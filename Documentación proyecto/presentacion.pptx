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1" r:id="rId6"/>
    <p:sldMasterId id="214748365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d/43Kk/9gVr31Gam9kpRVRDJn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B1C06B-499C-480E-9721-07DCE583E80D}">
  <a:tblStyle styleId="{CFB1C06B-499C-480E-9721-07DCE583E8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6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4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5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g3af7659cf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7" name="Google Shape;3397;g3af7659cfa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g3af7659cfab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2" name="Google Shape;3592;g3af7659cfab_1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5" name="Shape 3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6" name="Google Shape;3786;g3af7659cfab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7" name="Google Shape;3787;g3af7659cfab_0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0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1" name="Google Shape;3981;g3af7659cfab_1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2" name="Google Shape;3982;g3af7659cfab_1_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5" name="Shape 4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6" name="Google Shape;4176;g3af7659cfab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7" name="Google Shape;4177;g3af7659cfab_0_9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1" name="Shape 4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2" name="Google Shape;4182;g3af7659cfab_1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3" name="Google Shape;4183;g3af7659cfab_1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6" name="Shape 4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7" name="Google Shape;4377;g3af7659cfab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8" name="Google Shape;4378;g3af7659cfab_0_1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1" name="Shape 4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2" name="Google Shape;4572;g3af7659cfab_1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3" name="Google Shape;4573;g3af7659cfab_1_5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6" name="Shape 4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7" name="Google Shape;4767;g3af7659cfab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8" name="Google Shape;4768;g3af7659cfab_0_1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1" name="Shape 4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2" name="Google Shape;4962;g3af7659cfab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3" name="Google Shape;4963;g3af7659cfab_0_15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6" name="Shape 5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7" name="Google Shape;5157;g3af7659cfa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8" name="Google Shape;5158;g3af7659cfab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1" name="Shape 5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2" name="Google Shape;5352;g3af7659cfab_0_2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3" name="Google Shape;5353;g3af7659cfab_0_2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4" name="Shape 5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5" name="Google Shape;5555;g3af7659cfa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6" name="Google Shape;5556;g3af7659cf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slide layout">
  <p:cSld name="1_Cover slide layou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7;p50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8" name="Google Shape;8;p50"/>
            <p:cNvCxnSpPr>
              <a:stCxn id="9" idx="7"/>
              <a:endCxn id="10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" name="Google Shape;11;p50"/>
            <p:cNvCxnSpPr>
              <a:stCxn id="10" idx="4"/>
              <a:endCxn id="12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50"/>
            <p:cNvCxnSpPr>
              <a:stCxn id="14" idx="2"/>
              <a:endCxn id="15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50"/>
            <p:cNvCxnSpPr>
              <a:stCxn id="12" idx="5"/>
              <a:endCxn id="14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50"/>
            <p:cNvCxnSpPr>
              <a:stCxn id="10" idx="5"/>
              <a:endCxn id="18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50"/>
            <p:cNvCxnSpPr>
              <a:stCxn id="14" idx="0"/>
              <a:endCxn id="18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50"/>
            <p:cNvCxnSpPr>
              <a:stCxn id="12" idx="3"/>
              <a:endCxn id="15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50"/>
            <p:cNvCxnSpPr>
              <a:stCxn id="22" idx="7"/>
              <a:endCxn id="23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50"/>
            <p:cNvCxnSpPr>
              <a:stCxn id="14" idx="7"/>
              <a:endCxn id="23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50"/>
            <p:cNvCxnSpPr>
              <a:stCxn id="26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" name="Google Shape;27;p50"/>
            <p:cNvCxnSpPr>
              <a:stCxn id="12" idx="6"/>
              <a:endCxn id="18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" name="Google Shape;28;p50"/>
            <p:cNvCxnSpPr>
              <a:stCxn id="26" idx="0"/>
              <a:endCxn id="15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" name="Google Shape;29;p50"/>
            <p:cNvCxnSpPr>
              <a:stCxn id="18" idx="6"/>
              <a:endCxn id="23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" name="Google Shape;30;p50"/>
            <p:cNvCxnSpPr>
              <a:stCxn id="31" idx="0"/>
              <a:endCxn id="23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" name="Google Shape;32;p50"/>
            <p:cNvCxnSpPr>
              <a:stCxn id="33" idx="1"/>
              <a:endCxn id="23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" name="Google Shape;34;p50"/>
            <p:cNvCxnSpPr>
              <a:stCxn id="33" idx="0"/>
              <a:endCxn id="35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" name="Google Shape;36;p50"/>
            <p:cNvCxnSpPr>
              <a:stCxn id="35" idx="2"/>
              <a:endCxn id="23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" name="Google Shape;37;p50"/>
            <p:cNvCxnSpPr>
              <a:stCxn id="35" idx="7"/>
              <a:endCxn id="38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" name="Google Shape;39;p50"/>
            <p:cNvCxnSpPr>
              <a:stCxn id="35" idx="6"/>
              <a:endCxn id="40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" name="Google Shape;41;p50"/>
            <p:cNvCxnSpPr>
              <a:stCxn id="40" idx="7"/>
              <a:endCxn id="42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50"/>
            <p:cNvCxnSpPr>
              <a:stCxn id="44" idx="0"/>
              <a:endCxn id="10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" name="Google Shape;45;p50"/>
            <p:cNvCxnSpPr>
              <a:stCxn id="15" idx="2"/>
              <a:endCxn id="44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" name="Google Shape;46;p50"/>
            <p:cNvCxnSpPr>
              <a:stCxn id="26" idx="1"/>
              <a:endCxn id="44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" name="Google Shape;47;p50"/>
            <p:cNvCxnSpPr>
              <a:stCxn id="48" idx="7"/>
              <a:endCxn id="44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" name="Google Shape;49;p50"/>
            <p:cNvCxnSpPr>
              <a:stCxn id="9" idx="6"/>
              <a:endCxn id="44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" name="Google Shape;50;p50"/>
            <p:cNvCxnSpPr>
              <a:stCxn id="51" idx="7"/>
              <a:endCxn id="9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" name="Google Shape;52;p50"/>
            <p:cNvCxnSpPr>
              <a:stCxn id="51" idx="6"/>
              <a:endCxn id="48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" name="Google Shape;53;p50"/>
            <p:cNvCxnSpPr>
              <a:stCxn id="51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" name="Google Shape;54;p50"/>
            <p:cNvCxnSpPr>
              <a:stCxn id="48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" name="Google Shape;55;p50"/>
            <p:cNvCxnSpPr>
              <a:stCxn id="48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50"/>
            <p:cNvCxnSpPr>
              <a:stCxn id="26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" name="Google Shape;57;p50"/>
            <p:cNvCxnSpPr>
              <a:stCxn id="48" idx="6"/>
              <a:endCxn id="26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" name="Google Shape;58;p50"/>
            <p:cNvCxnSpPr>
              <a:stCxn id="26" idx="6"/>
              <a:endCxn id="14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" name="Google Shape;59;p50"/>
            <p:cNvCxnSpPr>
              <a:stCxn id="31" idx="2"/>
              <a:endCxn id="14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50"/>
            <p:cNvCxnSpPr>
              <a:stCxn id="61" idx="0"/>
              <a:endCxn id="14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" name="Google Shape;62;p50"/>
            <p:cNvCxnSpPr>
              <a:endCxn id="14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" name="Google Shape;63;p50"/>
            <p:cNvCxnSpPr>
              <a:stCxn id="61" idx="2"/>
              <a:endCxn id="31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" name="Google Shape;64;p50"/>
            <p:cNvCxnSpPr>
              <a:stCxn id="33" idx="2"/>
              <a:endCxn id="31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" name="Google Shape;65;p50"/>
            <p:cNvCxnSpPr>
              <a:stCxn id="33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" name="Google Shape;66;p50"/>
            <p:cNvCxnSpPr>
              <a:stCxn id="67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" name="Google Shape;68;p50"/>
            <p:cNvCxnSpPr>
              <a:stCxn id="67" idx="2"/>
              <a:endCxn id="33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" name="Google Shape;69;p50"/>
            <p:cNvCxnSpPr>
              <a:stCxn id="40" idx="4"/>
              <a:endCxn id="67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50"/>
            <p:cNvCxnSpPr>
              <a:stCxn id="71" idx="3"/>
              <a:endCxn id="67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50"/>
            <p:cNvCxnSpPr>
              <a:stCxn id="71" idx="2"/>
              <a:endCxn id="40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50"/>
            <p:cNvCxnSpPr>
              <a:stCxn id="71" idx="1"/>
              <a:endCxn id="42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50"/>
            <p:cNvCxnSpPr>
              <a:stCxn id="75" idx="1"/>
              <a:endCxn id="42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50"/>
            <p:cNvCxnSpPr>
              <a:stCxn id="75" idx="0"/>
              <a:endCxn id="77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50"/>
            <p:cNvCxnSpPr>
              <a:stCxn id="79" idx="7"/>
              <a:endCxn id="80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50"/>
            <p:cNvCxnSpPr>
              <a:endCxn id="82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50"/>
            <p:cNvCxnSpPr>
              <a:stCxn id="79" idx="0"/>
              <a:endCxn id="38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50"/>
            <p:cNvCxnSpPr>
              <a:stCxn id="85" idx="0"/>
              <a:endCxn id="86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" name="Google Shape;87;p50"/>
            <p:cNvCxnSpPr>
              <a:stCxn id="85" idx="1"/>
              <a:endCxn id="77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50"/>
            <p:cNvCxnSpPr>
              <a:stCxn id="77" idx="2"/>
              <a:endCxn id="42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50"/>
            <p:cNvCxnSpPr>
              <a:stCxn id="75" idx="2"/>
              <a:endCxn id="71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" name="Google Shape;90;p50"/>
            <p:cNvCxnSpPr>
              <a:stCxn id="82" idx="1"/>
              <a:endCxn id="71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" name="Google Shape;91;p50"/>
            <p:cNvCxnSpPr>
              <a:stCxn id="82" idx="3"/>
              <a:endCxn id="92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" name="Google Shape;93;p50"/>
            <p:cNvCxnSpPr>
              <a:stCxn id="71" idx="4"/>
              <a:endCxn id="92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" name="Google Shape;94;p50"/>
            <p:cNvCxnSpPr>
              <a:stCxn id="67" idx="5"/>
              <a:endCxn id="92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" name="Google Shape;95;p50"/>
            <p:cNvCxnSpPr>
              <a:stCxn id="82" idx="7"/>
              <a:endCxn id="75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" name="Google Shape;96;p50"/>
            <p:cNvCxnSpPr>
              <a:stCxn id="33" idx="7"/>
              <a:endCxn id="40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" name="Google Shape;97;p50"/>
            <p:cNvCxnSpPr>
              <a:endCxn id="82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" name="Google Shape;10;p50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0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;p50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0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50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50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50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50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50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0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50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50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0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0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0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50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50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50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50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50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" name="Google Shape;98;p50"/>
            <p:cNvCxnSpPr>
              <a:stCxn id="12" idx="2"/>
              <a:endCxn id="44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" name="Google Shape;99;p50"/>
            <p:cNvCxnSpPr>
              <a:stCxn id="9" idx="4"/>
              <a:endCxn id="48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" name="Google Shape;51;p50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0" name="Google Shape;100;p50"/>
            <p:cNvCxnSpPr>
              <a:stCxn id="51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50"/>
            <p:cNvCxnSpPr>
              <a:stCxn id="51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" name="Google Shape;102;p50"/>
            <p:cNvCxnSpPr>
              <a:stCxn id="51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" name="Google Shape;103;p50"/>
            <p:cNvCxnSpPr>
              <a:endCxn id="9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" name="Google Shape;61;p50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0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" name="Google Shape;104;p50"/>
            <p:cNvCxnSpPr>
              <a:stCxn id="61" idx="1"/>
              <a:endCxn id="33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" name="Google Shape;105;p50"/>
            <p:cNvCxnSpPr>
              <a:endCxn id="106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" name="Google Shape;107;p50"/>
            <p:cNvCxnSpPr>
              <a:endCxn id="85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" name="Google Shape;108;p50"/>
            <p:cNvCxnSpPr>
              <a:stCxn id="106" idx="0"/>
              <a:endCxn id="85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" name="Google Shape;109;p50"/>
            <p:cNvCxnSpPr>
              <a:stCxn id="86" idx="2"/>
              <a:endCxn id="110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50"/>
            <p:cNvCxnSpPr>
              <a:stCxn id="106" idx="7"/>
              <a:endCxn id="110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50"/>
            <p:cNvCxnSpPr>
              <a:endCxn id="85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" name="Google Shape;113;p50"/>
            <p:cNvCxnSpPr>
              <a:stCxn id="85" idx="6"/>
              <a:endCxn id="110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50"/>
            <p:cNvCxnSpPr>
              <a:stCxn id="115" idx="0"/>
              <a:endCxn id="110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" name="Google Shape;116;p50"/>
            <p:cNvCxnSpPr>
              <a:stCxn id="117" idx="1"/>
              <a:endCxn id="110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50"/>
            <p:cNvCxnSpPr>
              <a:stCxn id="117" idx="0"/>
              <a:endCxn id="79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50"/>
            <p:cNvCxnSpPr>
              <a:stCxn id="79" idx="2"/>
              <a:endCxn id="110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" name="Google Shape;120;p50"/>
            <p:cNvCxnSpPr>
              <a:stCxn id="79" idx="7"/>
              <a:endCxn id="121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50"/>
            <p:cNvCxnSpPr>
              <a:stCxn id="79" idx="6"/>
              <a:endCxn id="123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" name="Google Shape;124;p50"/>
            <p:cNvCxnSpPr>
              <a:stCxn id="123" idx="7"/>
              <a:endCxn id="121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50"/>
            <p:cNvCxnSpPr>
              <a:stCxn id="38" idx="1"/>
              <a:endCxn id="110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50"/>
            <p:cNvCxnSpPr>
              <a:endCxn id="106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p50"/>
            <p:cNvCxnSpPr>
              <a:stCxn id="115" idx="2"/>
              <a:endCxn id="106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" name="Google Shape;128;p50"/>
            <p:cNvCxnSpPr>
              <a:stCxn id="129" idx="0"/>
              <a:endCxn id="106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50"/>
            <p:cNvCxnSpPr>
              <a:endCxn id="106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50"/>
            <p:cNvCxnSpPr>
              <a:stCxn id="129" idx="2"/>
              <a:endCxn id="115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50"/>
            <p:cNvCxnSpPr>
              <a:stCxn id="117" idx="2"/>
              <a:endCxn id="115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50"/>
            <p:cNvCxnSpPr>
              <a:stCxn id="117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50"/>
            <p:cNvCxnSpPr>
              <a:stCxn id="135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50"/>
            <p:cNvCxnSpPr>
              <a:stCxn id="135" idx="2"/>
              <a:endCxn id="117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50"/>
            <p:cNvCxnSpPr>
              <a:stCxn id="123" idx="4"/>
              <a:endCxn id="135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50"/>
            <p:cNvCxnSpPr>
              <a:stCxn id="139" idx="3"/>
              <a:endCxn id="135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50"/>
            <p:cNvCxnSpPr>
              <a:stCxn id="139" idx="2"/>
              <a:endCxn id="123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50"/>
            <p:cNvCxnSpPr>
              <a:stCxn id="139" idx="1"/>
              <a:endCxn id="121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50"/>
            <p:cNvCxnSpPr>
              <a:stCxn id="143" idx="1"/>
              <a:endCxn id="121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50"/>
            <p:cNvCxnSpPr>
              <a:stCxn id="143" idx="0"/>
              <a:endCxn id="145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" name="Google Shape;146;p50"/>
            <p:cNvCxnSpPr>
              <a:stCxn id="147" idx="0"/>
              <a:endCxn id="148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" name="Google Shape;149;p50"/>
            <p:cNvCxnSpPr>
              <a:stCxn id="150" idx="7"/>
              <a:endCxn id="148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" name="Google Shape;151;p50"/>
            <p:cNvCxnSpPr>
              <a:endCxn id="147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" name="Google Shape;152;p50"/>
            <p:cNvCxnSpPr>
              <a:stCxn id="153" idx="5"/>
              <a:endCxn id="154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" name="Google Shape;155;p50"/>
            <p:cNvCxnSpPr>
              <a:endCxn id="154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" name="Google Shape;156;p50"/>
            <p:cNvCxnSpPr>
              <a:stCxn id="154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50"/>
            <p:cNvCxnSpPr>
              <a:stCxn id="154" idx="3"/>
              <a:endCxn id="158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50"/>
            <p:cNvCxnSpPr>
              <a:stCxn id="154" idx="1"/>
              <a:endCxn id="143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" name="Google Shape;160;p50"/>
            <p:cNvCxnSpPr>
              <a:stCxn id="147" idx="2"/>
              <a:endCxn id="143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" name="Google Shape;161;p50"/>
            <p:cNvCxnSpPr>
              <a:stCxn id="148" idx="3"/>
              <a:endCxn id="143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" name="Google Shape;162;p50"/>
            <p:cNvCxnSpPr>
              <a:stCxn id="148" idx="2"/>
              <a:endCxn id="145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p50"/>
            <p:cNvCxnSpPr>
              <a:stCxn id="145" idx="1"/>
              <a:endCxn id="121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" name="Google Shape;164;p50"/>
            <p:cNvCxnSpPr>
              <a:stCxn id="143" idx="2"/>
              <a:endCxn id="139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50"/>
            <p:cNvCxnSpPr>
              <a:stCxn id="158" idx="1"/>
              <a:endCxn id="139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50"/>
            <p:cNvCxnSpPr>
              <a:stCxn id="158" idx="3"/>
              <a:endCxn id="167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" name="Google Shape;168;p50"/>
            <p:cNvCxnSpPr>
              <a:stCxn id="139" idx="4"/>
              <a:endCxn id="167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50"/>
            <p:cNvCxnSpPr>
              <a:stCxn id="135" idx="5"/>
              <a:endCxn id="167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50"/>
            <p:cNvCxnSpPr>
              <a:stCxn id="158" idx="7"/>
              <a:endCxn id="143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p50"/>
            <p:cNvCxnSpPr>
              <a:stCxn id="117" idx="7"/>
              <a:endCxn id="123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p50"/>
            <p:cNvCxnSpPr>
              <a:endCxn id="158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50"/>
            <p:cNvCxnSpPr>
              <a:stCxn id="154" idx="7"/>
              <a:endCxn id="147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" name="Google Shape;106;p50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0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50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50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0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50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0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50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50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0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50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50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50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50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0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50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50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0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4" name="Google Shape;174;p50"/>
            <p:cNvCxnSpPr>
              <a:stCxn id="129" idx="1"/>
              <a:endCxn id="117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50"/>
            <p:cNvCxnSpPr>
              <a:stCxn id="176" idx="6"/>
              <a:endCxn id="148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50"/>
            <p:cNvCxnSpPr>
              <a:stCxn id="178" idx="4"/>
              <a:endCxn id="150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50"/>
            <p:cNvCxnSpPr>
              <a:stCxn id="150" idx="4"/>
              <a:endCxn id="153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50"/>
            <p:cNvCxnSpPr>
              <a:stCxn id="181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" name="Google Shape;182;p50"/>
            <p:cNvCxnSpPr>
              <a:stCxn id="181" idx="0"/>
              <a:endCxn id="153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" name="Google Shape;183;p50"/>
            <p:cNvCxnSpPr>
              <a:stCxn id="184" idx="1"/>
              <a:endCxn id="178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50"/>
            <p:cNvCxnSpPr>
              <a:stCxn id="153" idx="2"/>
              <a:endCxn id="184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" name="Google Shape;186;p50"/>
            <p:cNvCxnSpPr>
              <a:stCxn id="181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p50"/>
            <p:cNvCxnSpPr>
              <a:stCxn id="148" idx="1"/>
              <a:endCxn id="10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50"/>
            <p:cNvCxnSpPr>
              <a:stCxn id="189" idx="6"/>
              <a:endCxn id="190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" name="Google Shape;191;p50"/>
            <p:cNvCxnSpPr>
              <a:stCxn id="178" idx="7"/>
              <a:endCxn id="189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" name="Google Shape;192;p50"/>
            <p:cNvCxnSpPr>
              <a:stCxn id="178" idx="5"/>
              <a:endCxn id="176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50"/>
            <p:cNvCxnSpPr>
              <a:stCxn id="190" idx="3"/>
              <a:endCxn id="176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50"/>
            <p:cNvCxnSpPr>
              <a:stCxn id="176" idx="4"/>
              <a:endCxn id="150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50"/>
            <p:cNvCxnSpPr>
              <a:stCxn id="154" idx="2"/>
              <a:endCxn id="181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" name="Google Shape;196;p50"/>
            <p:cNvCxnSpPr>
              <a:endCxn id="181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8" name="Google Shape;178;p50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50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50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0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50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0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50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" name="Google Shape;197;p50"/>
            <p:cNvCxnSpPr>
              <a:stCxn id="150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50"/>
            <p:cNvCxnSpPr>
              <a:stCxn id="189" idx="4"/>
              <a:endCxn id="176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" name="Google Shape;22;p50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9" name="Google Shape;199;p50"/>
            <p:cNvCxnSpPr>
              <a:stCxn id="22" idx="3"/>
              <a:endCxn id="145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50"/>
            <p:cNvCxnSpPr>
              <a:stCxn id="22" idx="2"/>
              <a:endCxn id="10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" name="Google Shape;201;p50"/>
            <p:cNvCxnSpPr>
              <a:stCxn id="189" idx="7"/>
              <a:endCxn id="9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" name="Google Shape;202;p50"/>
            <p:cNvCxnSpPr>
              <a:endCxn id="189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4" name="Google Shape;184;p50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" name="Google Shape;203;p50"/>
            <p:cNvCxnSpPr>
              <a:stCxn id="153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p50"/>
            <p:cNvCxnSpPr>
              <a:stCxn id="190" idx="6"/>
              <a:endCxn id="10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" name="Google Shape;205;p50"/>
            <p:cNvCxnSpPr>
              <a:stCxn id="190" idx="5"/>
              <a:endCxn id="148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" name="Google Shape;206;p50"/>
            <p:cNvCxnSpPr>
              <a:stCxn id="9" idx="0"/>
              <a:endCxn id="190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50"/>
            <p:cNvCxnSpPr>
              <a:stCxn id="150" idx="5"/>
              <a:endCxn id="147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50"/>
            <p:cNvCxnSpPr>
              <a:stCxn id="145" idx="7"/>
              <a:endCxn id="10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50"/>
            <p:cNvCxnSpPr>
              <a:stCxn id="18" idx="7"/>
              <a:endCxn id="22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50"/>
            <p:cNvCxnSpPr>
              <a:stCxn id="121" idx="7"/>
              <a:endCxn id="23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50"/>
            <p:cNvCxnSpPr>
              <a:stCxn id="121" idx="6"/>
              <a:endCxn id="22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50"/>
            <p:cNvCxnSpPr>
              <a:stCxn id="35" idx="0"/>
              <a:endCxn id="121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50"/>
            <p:cNvCxnSpPr>
              <a:stCxn id="38" idx="0"/>
              <a:endCxn id="86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50"/>
            <p:cNvCxnSpPr>
              <a:stCxn id="42" idx="0"/>
              <a:endCxn id="86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50"/>
            <p:cNvCxnSpPr>
              <a:stCxn id="40" idx="0"/>
              <a:endCxn id="38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50"/>
            <p:cNvCxnSpPr>
              <a:stCxn id="121" idx="1"/>
              <a:endCxn id="80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50"/>
            <p:cNvCxnSpPr>
              <a:stCxn id="35" idx="0"/>
              <a:endCxn id="80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50"/>
            <p:cNvCxnSpPr>
              <a:stCxn id="80" idx="7"/>
              <a:endCxn id="38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6" name="Google Shape;86;p50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50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50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9" name="Google Shape;219;p50"/>
            <p:cNvCxnSpPr>
              <a:stCxn id="77" idx="0"/>
              <a:endCxn id="86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50"/>
            <p:cNvCxnSpPr>
              <a:endCxn id="77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9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223" name="Google Shape;223;p69"/>
            <p:cNvCxnSpPr>
              <a:stCxn id="224" idx="7"/>
              <a:endCxn id="225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" name="Google Shape;226;p69"/>
            <p:cNvCxnSpPr>
              <a:stCxn id="225" idx="4"/>
              <a:endCxn id="227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69"/>
            <p:cNvCxnSpPr>
              <a:stCxn id="229" idx="2"/>
              <a:endCxn id="230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69"/>
            <p:cNvCxnSpPr>
              <a:stCxn id="227" idx="5"/>
              <a:endCxn id="229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69"/>
            <p:cNvCxnSpPr>
              <a:stCxn id="225" idx="5"/>
              <a:endCxn id="233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69"/>
            <p:cNvCxnSpPr>
              <a:stCxn id="229" idx="0"/>
              <a:endCxn id="233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69"/>
            <p:cNvCxnSpPr>
              <a:stCxn id="227" idx="3"/>
              <a:endCxn id="230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69"/>
            <p:cNvCxnSpPr>
              <a:stCxn id="237" idx="7"/>
              <a:endCxn id="238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69"/>
            <p:cNvCxnSpPr>
              <a:stCxn id="229" idx="7"/>
              <a:endCxn id="238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69"/>
            <p:cNvCxnSpPr>
              <a:stCxn id="241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" name="Google Shape;242;p69"/>
            <p:cNvCxnSpPr>
              <a:stCxn id="227" idx="6"/>
              <a:endCxn id="233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69"/>
            <p:cNvCxnSpPr>
              <a:stCxn id="241" idx="0"/>
              <a:endCxn id="230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" name="Google Shape;244;p69"/>
            <p:cNvCxnSpPr>
              <a:stCxn id="233" idx="6"/>
              <a:endCxn id="238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" name="Google Shape;245;p69"/>
            <p:cNvCxnSpPr>
              <a:stCxn id="246" idx="0"/>
              <a:endCxn id="238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" name="Google Shape;247;p69"/>
            <p:cNvCxnSpPr>
              <a:stCxn id="248" idx="1"/>
              <a:endCxn id="238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" name="Google Shape;249;p69"/>
            <p:cNvCxnSpPr>
              <a:stCxn id="248" idx="0"/>
              <a:endCxn id="250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" name="Google Shape;251;p69"/>
            <p:cNvCxnSpPr>
              <a:stCxn id="250" idx="2"/>
              <a:endCxn id="238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" name="Google Shape;252;p69"/>
            <p:cNvCxnSpPr>
              <a:stCxn id="250" idx="7"/>
              <a:endCxn id="253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4" name="Google Shape;254;p69"/>
            <p:cNvCxnSpPr>
              <a:stCxn id="250" idx="6"/>
              <a:endCxn id="255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69"/>
            <p:cNvCxnSpPr>
              <a:stCxn id="255" idx="7"/>
              <a:endCxn id="257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" name="Google Shape;258;p69"/>
            <p:cNvCxnSpPr>
              <a:stCxn id="259" idx="0"/>
              <a:endCxn id="225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" name="Google Shape;260;p69"/>
            <p:cNvCxnSpPr>
              <a:stCxn id="230" idx="2"/>
              <a:endCxn id="259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69"/>
            <p:cNvCxnSpPr>
              <a:stCxn id="241" idx="1"/>
              <a:endCxn id="259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69"/>
            <p:cNvCxnSpPr>
              <a:stCxn id="263" idx="7"/>
              <a:endCxn id="259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69"/>
            <p:cNvCxnSpPr>
              <a:stCxn id="224" idx="6"/>
              <a:endCxn id="259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69"/>
            <p:cNvCxnSpPr>
              <a:stCxn id="266" idx="7"/>
              <a:endCxn id="224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69"/>
            <p:cNvCxnSpPr>
              <a:stCxn id="266" idx="6"/>
              <a:endCxn id="263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69"/>
            <p:cNvCxnSpPr>
              <a:stCxn id="266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69"/>
            <p:cNvCxnSpPr>
              <a:stCxn id="263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69"/>
            <p:cNvCxnSpPr>
              <a:stCxn id="263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69"/>
            <p:cNvCxnSpPr>
              <a:stCxn id="241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69"/>
            <p:cNvCxnSpPr>
              <a:stCxn id="263" idx="6"/>
              <a:endCxn id="241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69"/>
            <p:cNvCxnSpPr>
              <a:stCxn id="241" idx="6"/>
              <a:endCxn id="229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69"/>
            <p:cNvCxnSpPr>
              <a:stCxn id="246" idx="2"/>
              <a:endCxn id="229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69"/>
            <p:cNvCxnSpPr>
              <a:stCxn id="276" idx="0"/>
              <a:endCxn id="229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" name="Google Shape;277;p69"/>
            <p:cNvCxnSpPr>
              <a:endCxn id="229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" name="Google Shape;278;p69"/>
            <p:cNvCxnSpPr>
              <a:stCxn id="276" idx="2"/>
              <a:endCxn id="246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" name="Google Shape;279;p69"/>
            <p:cNvCxnSpPr>
              <a:stCxn id="248" idx="2"/>
              <a:endCxn id="246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" name="Google Shape;280;p69"/>
            <p:cNvCxnSpPr>
              <a:stCxn id="248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" name="Google Shape;281;p69"/>
            <p:cNvCxnSpPr>
              <a:stCxn id="282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" name="Google Shape;283;p69"/>
            <p:cNvCxnSpPr>
              <a:stCxn id="282" idx="2"/>
              <a:endCxn id="248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" name="Google Shape;284;p69"/>
            <p:cNvCxnSpPr>
              <a:stCxn id="255" idx="4"/>
              <a:endCxn id="282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" name="Google Shape;285;p69"/>
            <p:cNvCxnSpPr>
              <a:stCxn id="286" idx="3"/>
              <a:endCxn id="282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" name="Google Shape;287;p69"/>
            <p:cNvCxnSpPr>
              <a:stCxn id="286" idx="2"/>
              <a:endCxn id="255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" name="Google Shape;288;p69"/>
            <p:cNvCxnSpPr>
              <a:stCxn id="286" idx="1"/>
              <a:endCxn id="257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" name="Google Shape;289;p69"/>
            <p:cNvCxnSpPr>
              <a:stCxn id="290" idx="1"/>
              <a:endCxn id="257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69"/>
            <p:cNvCxnSpPr>
              <a:stCxn id="290" idx="0"/>
              <a:endCxn id="292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" name="Google Shape;293;p69"/>
            <p:cNvCxnSpPr>
              <a:stCxn id="294" idx="7"/>
              <a:endCxn id="295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" name="Google Shape;296;p69"/>
            <p:cNvCxnSpPr>
              <a:endCxn id="297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" name="Google Shape;298;p69"/>
            <p:cNvCxnSpPr>
              <a:stCxn id="294" idx="0"/>
              <a:endCxn id="253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" name="Google Shape;299;p69"/>
            <p:cNvCxnSpPr>
              <a:stCxn id="300" idx="0"/>
              <a:endCxn id="301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" name="Google Shape;302;p69"/>
            <p:cNvCxnSpPr>
              <a:stCxn id="300" idx="1"/>
              <a:endCxn id="292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" name="Google Shape;303;p69"/>
            <p:cNvCxnSpPr>
              <a:stCxn id="292" idx="2"/>
              <a:endCxn id="257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" name="Google Shape;304;p69"/>
            <p:cNvCxnSpPr>
              <a:stCxn id="290" idx="2"/>
              <a:endCxn id="286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69"/>
            <p:cNvCxnSpPr>
              <a:stCxn id="297" idx="1"/>
              <a:endCxn id="286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69"/>
            <p:cNvCxnSpPr>
              <a:stCxn id="297" idx="3"/>
              <a:endCxn id="307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69"/>
            <p:cNvCxnSpPr>
              <a:stCxn id="286" idx="4"/>
              <a:endCxn id="307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69"/>
            <p:cNvCxnSpPr>
              <a:stCxn id="282" idx="5"/>
              <a:endCxn id="307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" name="Google Shape;310;p69"/>
            <p:cNvCxnSpPr>
              <a:stCxn id="297" idx="7"/>
              <a:endCxn id="290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" name="Google Shape;311;p69"/>
            <p:cNvCxnSpPr>
              <a:stCxn id="248" idx="7"/>
              <a:endCxn id="255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69"/>
            <p:cNvCxnSpPr>
              <a:endCxn id="297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5" name="Google Shape;225;p69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69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69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69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69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69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69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69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69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69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69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69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69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69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69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69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69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69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69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69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3" name="Google Shape;313;p69"/>
            <p:cNvCxnSpPr>
              <a:stCxn id="227" idx="2"/>
              <a:endCxn id="259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69"/>
            <p:cNvCxnSpPr>
              <a:stCxn id="224" idx="4"/>
              <a:endCxn id="263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" name="Google Shape;266;p69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5" name="Google Shape;315;p69"/>
            <p:cNvCxnSpPr>
              <a:stCxn id="266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" name="Google Shape;316;p69"/>
            <p:cNvCxnSpPr>
              <a:stCxn id="266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69"/>
            <p:cNvCxnSpPr>
              <a:stCxn id="266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69"/>
            <p:cNvCxnSpPr>
              <a:endCxn id="224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69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69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9" name="Google Shape;319;p69"/>
            <p:cNvCxnSpPr>
              <a:stCxn id="276" idx="1"/>
              <a:endCxn id="248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69"/>
            <p:cNvCxnSpPr>
              <a:endCxn id="321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69"/>
            <p:cNvCxnSpPr>
              <a:endCxn id="300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69"/>
            <p:cNvCxnSpPr>
              <a:stCxn id="321" idx="0"/>
              <a:endCxn id="300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69"/>
            <p:cNvCxnSpPr>
              <a:stCxn id="301" idx="2"/>
              <a:endCxn id="325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69"/>
            <p:cNvCxnSpPr>
              <a:stCxn id="321" idx="7"/>
              <a:endCxn id="325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69"/>
            <p:cNvCxnSpPr>
              <a:endCxn id="300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69"/>
            <p:cNvCxnSpPr>
              <a:stCxn id="300" idx="6"/>
              <a:endCxn id="325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69"/>
            <p:cNvCxnSpPr>
              <a:stCxn id="330" idx="0"/>
              <a:endCxn id="325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69"/>
            <p:cNvCxnSpPr>
              <a:stCxn id="332" idx="1"/>
              <a:endCxn id="325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69"/>
            <p:cNvCxnSpPr>
              <a:stCxn id="332" idx="0"/>
              <a:endCxn id="294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69"/>
            <p:cNvCxnSpPr>
              <a:stCxn id="294" idx="2"/>
              <a:endCxn id="325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69"/>
            <p:cNvCxnSpPr>
              <a:stCxn id="294" idx="7"/>
              <a:endCxn id="336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69"/>
            <p:cNvCxnSpPr>
              <a:stCxn id="294" idx="6"/>
              <a:endCxn id="338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69"/>
            <p:cNvCxnSpPr>
              <a:stCxn id="338" idx="7"/>
              <a:endCxn id="336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69"/>
            <p:cNvCxnSpPr>
              <a:stCxn id="253" idx="1"/>
              <a:endCxn id="325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69"/>
            <p:cNvCxnSpPr>
              <a:endCxn id="321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69"/>
            <p:cNvCxnSpPr>
              <a:stCxn id="330" idx="2"/>
              <a:endCxn id="321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69"/>
            <p:cNvCxnSpPr>
              <a:stCxn id="344" idx="0"/>
              <a:endCxn id="321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" name="Google Shape;345;p69"/>
            <p:cNvCxnSpPr>
              <a:endCxn id="321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6" name="Google Shape;346;p69"/>
            <p:cNvCxnSpPr>
              <a:stCxn id="344" idx="2"/>
              <a:endCxn id="330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" name="Google Shape;347;p69"/>
            <p:cNvCxnSpPr>
              <a:stCxn id="332" idx="2"/>
              <a:endCxn id="330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" name="Google Shape;348;p69"/>
            <p:cNvCxnSpPr>
              <a:stCxn id="332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69"/>
            <p:cNvCxnSpPr>
              <a:stCxn id="350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" name="Google Shape;351;p69"/>
            <p:cNvCxnSpPr>
              <a:stCxn id="350" idx="2"/>
              <a:endCxn id="332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" name="Google Shape;352;p69"/>
            <p:cNvCxnSpPr>
              <a:stCxn id="338" idx="4"/>
              <a:endCxn id="350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" name="Google Shape;353;p69"/>
            <p:cNvCxnSpPr>
              <a:stCxn id="354" idx="3"/>
              <a:endCxn id="350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" name="Google Shape;355;p69"/>
            <p:cNvCxnSpPr>
              <a:stCxn id="354" idx="2"/>
              <a:endCxn id="338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" name="Google Shape;356;p69"/>
            <p:cNvCxnSpPr>
              <a:stCxn id="354" idx="1"/>
              <a:endCxn id="336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" name="Google Shape;357;p69"/>
            <p:cNvCxnSpPr>
              <a:stCxn id="358" idx="1"/>
              <a:endCxn id="336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69"/>
            <p:cNvCxnSpPr>
              <a:stCxn id="358" idx="0"/>
              <a:endCxn id="360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" name="Google Shape;361;p69"/>
            <p:cNvCxnSpPr>
              <a:stCxn id="362" idx="0"/>
              <a:endCxn id="363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69"/>
            <p:cNvCxnSpPr>
              <a:stCxn id="365" idx="7"/>
              <a:endCxn id="363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" name="Google Shape;366;p69"/>
            <p:cNvCxnSpPr>
              <a:endCxn id="362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" name="Google Shape;367;p69"/>
            <p:cNvCxnSpPr>
              <a:stCxn id="368" idx="5"/>
              <a:endCxn id="369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69"/>
            <p:cNvCxnSpPr>
              <a:endCxn id="369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69"/>
            <p:cNvCxnSpPr>
              <a:stCxn id="369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69"/>
            <p:cNvCxnSpPr>
              <a:stCxn id="369" idx="3"/>
              <a:endCxn id="373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69"/>
            <p:cNvCxnSpPr>
              <a:stCxn id="369" idx="1"/>
              <a:endCxn id="358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69"/>
            <p:cNvCxnSpPr>
              <a:stCxn id="362" idx="2"/>
              <a:endCxn id="358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69"/>
            <p:cNvCxnSpPr>
              <a:stCxn id="363" idx="3"/>
              <a:endCxn id="358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69"/>
            <p:cNvCxnSpPr>
              <a:stCxn id="363" idx="2"/>
              <a:endCxn id="360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69"/>
            <p:cNvCxnSpPr>
              <a:stCxn id="360" idx="1"/>
              <a:endCxn id="336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" name="Google Shape;379;p69"/>
            <p:cNvCxnSpPr>
              <a:stCxn id="358" idx="2"/>
              <a:endCxn id="354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" name="Google Shape;380;p69"/>
            <p:cNvCxnSpPr>
              <a:stCxn id="373" idx="1"/>
              <a:endCxn id="354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" name="Google Shape;381;p69"/>
            <p:cNvCxnSpPr>
              <a:stCxn id="373" idx="3"/>
              <a:endCxn id="382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" name="Google Shape;383;p69"/>
            <p:cNvCxnSpPr>
              <a:stCxn id="354" idx="4"/>
              <a:endCxn id="382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" name="Google Shape;384;p69"/>
            <p:cNvCxnSpPr>
              <a:stCxn id="350" idx="5"/>
              <a:endCxn id="382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" name="Google Shape;385;p69"/>
            <p:cNvCxnSpPr>
              <a:stCxn id="373" idx="7"/>
              <a:endCxn id="358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" name="Google Shape;386;p69"/>
            <p:cNvCxnSpPr>
              <a:stCxn id="332" idx="7"/>
              <a:endCxn id="338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" name="Google Shape;387;p69"/>
            <p:cNvCxnSpPr>
              <a:endCxn id="373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" name="Google Shape;388;p69"/>
            <p:cNvCxnSpPr>
              <a:stCxn id="369" idx="7"/>
              <a:endCxn id="362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1" name="Google Shape;321;p69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69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69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69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69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69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69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69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69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69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69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69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69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69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69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69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69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69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9" name="Google Shape;389;p69"/>
            <p:cNvCxnSpPr>
              <a:stCxn id="344" idx="1"/>
              <a:endCxn id="332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" name="Google Shape;390;p69"/>
            <p:cNvCxnSpPr>
              <a:stCxn id="391" idx="6"/>
              <a:endCxn id="363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" name="Google Shape;392;p69"/>
            <p:cNvCxnSpPr>
              <a:stCxn id="393" idx="4"/>
              <a:endCxn id="365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" name="Google Shape;394;p69"/>
            <p:cNvCxnSpPr>
              <a:stCxn id="365" idx="4"/>
              <a:endCxn id="368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69"/>
            <p:cNvCxnSpPr>
              <a:stCxn id="396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" name="Google Shape;397;p69"/>
            <p:cNvCxnSpPr>
              <a:stCxn id="396" idx="0"/>
              <a:endCxn id="368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8" name="Google Shape;398;p69"/>
            <p:cNvCxnSpPr>
              <a:stCxn id="399" idx="1"/>
              <a:endCxn id="393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69"/>
            <p:cNvCxnSpPr>
              <a:stCxn id="368" idx="2"/>
              <a:endCxn id="399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" name="Google Shape;401;p69"/>
            <p:cNvCxnSpPr>
              <a:stCxn id="396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69"/>
            <p:cNvCxnSpPr>
              <a:stCxn id="363" idx="1"/>
              <a:endCxn id="225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" name="Google Shape;403;p69"/>
            <p:cNvCxnSpPr>
              <a:stCxn id="404" idx="6"/>
              <a:endCxn id="405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" name="Google Shape;406;p69"/>
            <p:cNvCxnSpPr>
              <a:stCxn id="393" idx="7"/>
              <a:endCxn id="404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" name="Google Shape;407;p69"/>
            <p:cNvCxnSpPr>
              <a:stCxn id="393" idx="5"/>
              <a:endCxn id="391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8" name="Google Shape;408;p69"/>
            <p:cNvCxnSpPr>
              <a:stCxn id="405" idx="3"/>
              <a:endCxn id="391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" name="Google Shape;409;p69"/>
            <p:cNvCxnSpPr>
              <a:stCxn id="391" idx="4"/>
              <a:endCxn id="365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" name="Google Shape;410;p69"/>
            <p:cNvCxnSpPr>
              <a:stCxn id="369" idx="2"/>
              <a:endCxn id="396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" name="Google Shape;411;p69"/>
            <p:cNvCxnSpPr>
              <a:endCxn id="396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3" name="Google Shape;393;p69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69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69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69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69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69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69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2" name="Google Shape;412;p69"/>
            <p:cNvCxnSpPr>
              <a:stCxn id="365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" name="Google Shape;413;p69"/>
            <p:cNvCxnSpPr>
              <a:stCxn id="404" idx="4"/>
              <a:endCxn id="391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7" name="Google Shape;237;p69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4" name="Google Shape;414;p69"/>
            <p:cNvCxnSpPr>
              <a:stCxn id="237" idx="3"/>
              <a:endCxn id="360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" name="Google Shape;415;p69"/>
            <p:cNvCxnSpPr>
              <a:stCxn id="237" idx="2"/>
              <a:endCxn id="225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" name="Google Shape;416;p69"/>
            <p:cNvCxnSpPr>
              <a:stCxn id="404" idx="7"/>
              <a:endCxn id="224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7" name="Google Shape;417;p69"/>
            <p:cNvCxnSpPr>
              <a:endCxn id="404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9" name="Google Shape;399;p69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8" name="Google Shape;418;p69"/>
            <p:cNvCxnSpPr>
              <a:stCxn id="368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9" name="Google Shape;419;p69"/>
            <p:cNvCxnSpPr>
              <a:stCxn id="405" idx="6"/>
              <a:endCxn id="225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" name="Google Shape;420;p69"/>
            <p:cNvCxnSpPr>
              <a:stCxn id="405" idx="5"/>
              <a:endCxn id="363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" name="Google Shape;421;p69"/>
            <p:cNvCxnSpPr>
              <a:stCxn id="224" idx="0"/>
              <a:endCxn id="405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69"/>
            <p:cNvCxnSpPr>
              <a:stCxn id="365" idx="5"/>
              <a:endCxn id="362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69"/>
            <p:cNvCxnSpPr>
              <a:stCxn id="360" idx="7"/>
              <a:endCxn id="225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" name="Google Shape;424;p69"/>
            <p:cNvCxnSpPr>
              <a:stCxn id="233" idx="7"/>
              <a:endCxn id="237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" name="Google Shape;425;p69"/>
            <p:cNvCxnSpPr>
              <a:stCxn id="336" idx="7"/>
              <a:endCxn id="238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" name="Google Shape;426;p69"/>
            <p:cNvCxnSpPr>
              <a:stCxn id="336" idx="6"/>
              <a:endCxn id="237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" name="Google Shape;427;p69"/>
            <p:cNvCxnSpPr>
              <a:stCxn id="250" idx="0"/>
              <a:endCxn id="336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" name="Google Shape;428;p69"/>
            <p:cNvCxnSpPr>
              <a:stCxn id="253" idx="0"/>
              <a:endCxn id="301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" name="Google Shape;429;p69"/>
            <p:cNvCxnSpPr>
              <a:stCxn id="257" idx="0"/>
              <a:endCxn id="301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" name="Google Shape;430;p69"/>
            <p:cNvCxnSpPr>
              <a:stCxn id="255" idx="0"/>
              <a:endCxn id="253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" name="Google Shape;431;p69"/>
            <p:cNvCxnSpPr>
              <a:stCxn id="336" idx="1"/>
              <a:endCxn id="295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" name="Google Shape;432;p69"/>
            <p:cNvCxnSpPr>
              <a:stCxn id="250" idx="0"/>
              <a:endCxn id="295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69"/>
            <p:cNvCxnSpPr>
              <a:stCxn id="295" idx="7"/>
              <a:endCxn id="253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1" name="Google Shape;301;p69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69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69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4" name="Google Shape;434;p69"/>
            <p:cNvCxnSpPr>
              <a:stCxn id="292" idx="0"/>
              <a:endCxn id="301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" name="Google Shape;435;p69"/>
            <p:cNvCxnSpPr>
              <a:endCxn id="292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52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439" name="Google Shape;439;p52"/>
            <p:cNvCxnSpPr>
              <a:stCxn id="440" idx="7"/>
              <a:endCxn id="441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" name="Google Shape;442;p52"/>
            <p:cNvCxnSpPr>
              <a:stCxn id="441" idx="4"/>
              <a:endCxn id="443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" name="Google Shape;444;p52"/>
            <p:cNvCxnSpPr>
              <a:stCxn id="445" idx="2"/>
              <a:endCxn id="446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" name="Google Shape;447;p52"/>
            <p:cNvCxnSpPr>
              <a:stCxn id="443" idx="5"/>
              <a:endCxn id="445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" name="Google Shape;448;p52"/>
            <p:cNvCxnSpPr>
              <a:stCxn id="441" idx="5"/>
              <a:endCxn id="449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" name="Google Shape;450;p52"/>
            <p:cNvCxnSpPr>
              <a:stCxn id="445" idx="0"/>
              <a:endCxn id="449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" name="Google Shape;451;p52"/>
            <p:cNvCxnSpPr>
              <a:stCxn id="443" idx="3"/>
              <a:endCxn id="446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52"/>
            <p:cNvCxnSpPr>
              <a:stCxn id="453" idx="7"/>
              <a:endCxn id="454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" name="Google Shape;455;p52"/>
            <p:cNvCxnSpPr>
              <a:stCxn id="445" idx="7"/>
              <a:endCxn id="454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" name="Google Shape;456;p52"/>
            <p:cNvCxnSpPr>
              <a:stCxn id="457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" name="Google Shape;458;p52"/>
            <p:cNvCxnSpPr>
              <a:stCxn id="443" idx="6"/>
              <a:endCxn id="449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" name="Google Shape;459;p52"/>
            <p:cNvCxnSpPr>
              <a:stCxn id="457" idx="0"/>
              <a:endCxn id="446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" name="Google Shape;460;p52"/>
            <p:cNvCxnSpPr>
              <a:stCxn id="449" idx="6"/>
              <a:endCxn id="454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" name="Google Shape;461;p52"/>
            <p:cNvCxnSpPr>
              <a:stCxn id="462" idx="0"/>
              <a:endCxn id="454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" name="Google Shape;463;p52"/>
            <p:cNvCxnSpPr>
              <a:stCxn id="464" idx="1"/>
              <a:endCxn id="454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" name="Google Shape;465;p52"/>
            <p:cNvCxnSpPr>
              <a:stCxn id="464" idx="0"/>
              <a:endCxn id="466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52"/>
            <p:cNvCxnSpPr>
              <a:stCxn id="466" idx="2"/>
              <a:endCxn id="454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" name="Google Shape;468;p52"/>
            <p:cNvCxnSpPr>
              <a:stCxn id="466" idx="7"/>
              <a:endCxn id="469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" name="Google Shape;470;p52"/>
            <p:cNvCxnSpPr>
              <a:stCxn id="466" idx="6"/>
              <a:endCxn id="471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" name="Google Shape;472;p52"/>
            <p:cNvCxnSpPr>
              <a:stCxn id="471" idx="7"/>
              <a:endCxn id="473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" name="Google Shape;474;p52"/>
            <p:cNvCxnSpPr>
              <a:stCxn id="475" idx="0"/>
              <a:endCxn id="441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6" name="Google Shape;476;p52"/>
            <p:cNvCxnSpPr>
              <a:stCxn id="446" idx="2"/>
              <a:endCxn id="475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7" name="Google Shape;477;p52"/>
            <p:cNvCxnSpPr>
              <a:stCxn id="457" idx="1"/>
              <a:endCxn id="475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" name="Google Shape;478;p52"/>
            <p:cNvCxnSpPr>
              <a:stCxn id="479" idx="7"/>
              <a:endCxn id="475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52"/>
            <p:cNvCxnSpPr>
              <a:stCxn id="440" idx="6"/>
              <a:endCxn id="475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52"/>
            <p:cNvCxnSpPr>
              <a:stCxn id="482" idx="7"/>
              <a:endCxn id="440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" name="Google Shape;483;p52"/>
            <p:cNvCxnSpPr>
              <a:stCxn id="482" idx="6"/>
              <a:endCxn id="479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" name="Google Shape;484;p52"/>
            <p:cNvCxnSpPr>
              <a:stCxn id="482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" name="Google Shape;485;p52"/>
            <p:cNvCxnSpPr>
              <a:stCxn id="479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" name="Google Shape;486;p52"/>
            <p:cNvCxnSpPr>
              <a:stCxn id="479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" name="Google Shape;487;p52"/>
            <p:cNvCxnSpPr>
              <a:stCxn id="457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" name="Google Shape;488;p52"/>
            <p:cNvCxnSpPr>
              <a:stCxn id="479" idx="6"/>
              <a:endCxn id="457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" name="Google Shape;489;p52"/>
            <p:cNvCxnSpPr>
              <a:stCxn id="457" idx="6"/>
              <a:endCxn id="445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" name="Google Shape;490;p52"/>
            <p:cNvCxnSpPr>
              <a:stCxn id="462" idx="2"/>
              <a:endCxn id="445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" name="Google Shape;491;p52"/>
            <p:cNvCxnSpPr>
              <a:stCxn id="492" idx="0"/>
              <a:endCxn id="445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" name="Google Shape;493;p52"/>
            <p:cNvCxnSpPr>
              <a:endCxn id="445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" name="Google Shape;494;p52"/>
            <p:cNvCxnSpPr>
              <a:stCxn id="492" idx="2"/>
              <a:endCxn id="462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" name="Google Shape;495;p52"/>
            <p:cNvCxnSpPr>
              <a:stCxn id="464" idx="2"/>
              <a:endCxn id="462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6" name="Google Shape;496;p52"/>
            <p:cNvCxnSpPr>
              <a:stCxn id="464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" name="Google Shape;497;p52"/>
            <p:cNvCxnSpPr>
              <a:stCxn id="498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" name="Google Shape;499;p52"/>
            <p:cNvCxnSpPr>
              <a:stCxn id="498" idx="2"/>
              <a:endCxn id="464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" name="Google Shape;500;p52"/>
            <p:cNvCxnSpPr>
              <a:stCxn id="471" idx="4"/>
              <a:endCxn id="498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" name="Google Shape;501;p52"/>
            <p:cNvCxnSpPr>
              <a:stCxn id="502" idx="3"/>
              <a:endCxn id="498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3" name="Google Shape;503;p52"/>
            <p:cNvCxnSpPr>
              <a:stCxn id="502" idx="2"/>
              <a:endCxn id="471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" name="Google Shape;504;p52"/>
            <p:cNvCxnSpPr>
              <a:stCxn id="502" idx="1"/>
              <a:endCxn id="473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" name="Google Shape;505;p52"/>
            <p:cNvCxnSpPr>
              <a:stCxn id="506" idx="1"/>
              <a:endCxn id="473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" name="Google Shape;507;p52"/>
            <p:cNvCxnSpPr>
              <a:stCxn id="506" idx="0"/>
              <a:endCxn id="508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" name="Google Shape;509;p52"/>
            <p:cNvCxnSpPr>
              <a:stCxn id="510" idx="7"/>
              <a:endCxn id="511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" name="Google Shape;512;p52"/>
            <p:cNvCxnSpPr>
              <a:endCxn id="513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" name="Google Shape;514;p52"/>
            <p:cNvCxnSpPr>
              <a:stCxn id="510" idx="0"/>
              <a:endCxn id="469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" name="Google Shape;515;p52"/>
            <p:cNvCxnSpPr>
              <a:stCxn id="516" idx="0"/>
              <a:endCxn id="517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" name="Google Shape;518;p52"/>
            <p:cNvCxnSpPr>
              <a:stCxn id="516" idx="1"/>
              <a:endCxn id="508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" name="Google Shape;519;p52"/>
            <p:cNvCxnSpPr>
              <a:stCxn id="508" idx="2"/>
              <a:endCxn id="473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" name="Google Shape;520;p52"/>
            <p:cNvCxnSpPr>
              <a:stCxn id="506" idx="2"/>
              <a:endCxn id="502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" name="Google Shape;521;p52"/>
            <p:cNvCxnSpPr>
              <a:stCxn id="513" idx="1"/>
              <a:endCxn id="502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" name="Google Shape;522;p52"/>
            <p:cNvCxnSpPr>
              <a:stCxn id="513" idx="3"/>
              <a:endCxn id="523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" name="Google Shape;524;p52"/>
            <p:cNvCxnSpPr>
              <a:stCxn id="502" idx="4"/>
              <a:endCxn id="523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5" name="Google Shape;525;p52"/>
            <p:cNvCxnSpPr>
              <a:stCxn id="498" idx="5"/>
              <a:endCxn id="523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6" name="Google Shape;526;p52"/>
            <p:cNvCxnSpPr>
              <a:stCxn id="513" idx="7"/>
              <a:endCxn id="506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" name="Google Shape;527;p52"/>
            <p:cNvCxnSpPr>
              <a:stCxn id="464" idx="7"/>
              <a:endCxn id="471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" name="Google Shape;528;p52"/>
            <p:cNvCxnSpPr>
              <a:endCxn id="513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1" name="Google Shape;441;p52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2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2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2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2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2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2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2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2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2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2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2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2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2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2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2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2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2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2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2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9" name="Google Shape;529;p52"/>
            <p:cNvCxnSpPr>
              <a:stCxn id="443" idx="2"/>
              <a:endCxn id="475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" name="Google Shape;530;p52"/>
            <p:cNvCxnSpPr>
              <a:stCxn id="440" idx="4"/>
              <a:endCxn id="479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2" name="Google Shape;482;p52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1" name="Google Shape;531;p52"/>
            <p:cNvCxnSpPr>
              <a:stCxn id="482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" name="Google Shape;532;p52"/>
            <p:cNvCxnSpPr>
              <a:stCxn id="482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" name="Google Shape;533;p52"/>
            <p:cNvCxnSpPr>
              <a:stCxn id="482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" name="Google Shape;534;p52"/>
            <p:cNvCxnSpPr>
              <a:endCxn id="440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2" name="Google Shape;492;p52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2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5" name="Google Shape;535;p52"/>
            <p:cNvCxnSpPr>
              <a:stCxn id="492" idx="1"/>
              <a:endCxn id="464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6" name="Google Shape;536;p52"/>
            <p:cNvCxnSpPr>
              <a:endCxn id="537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" name="Google Shape;538;p52"/>
            <p:cNvCxnSpPr>
              <a:endCxn id="516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9" name="Google Shape;539;p52"/>
            <p:cNvCxnSpPr>
              <a:stCxn id="537" idx="0"/>
              <a:endCxn id="516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" name="Google Shape;540;p52"/>
            <p:cNvCxnSpPr>
              <a:stCxn id="517" idx="2"/>
              <a:endCxn id="541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" name="Google Shape;542;p52"/>
            <p:cNvCxnSpPr>
              <a:stCxn id="537" idx="7"/>
              <a:endCxn id="541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" name="Google Shape;543;p52"/>
            <p:cNvCxnSpPr>
              <a:endCxn id="516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" name="Google Shape;544;p52"/>
            <p:cNvCxnSpPr>
              <a:stCxn id="516" idx="6"/>
              <a:endCxn id="541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" name="Google Shape;545;p52"/>
            <p:cNvCxnSpPr>
              <a:stCxn id="546" idx="0"/>
              <a:endCxn id="541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" name="Google Shape;547;p52"/>
            <p:cNvCxnSpPr>
              <a:stCxn id="548" idx="1"/>
              <a:endCxn id="541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" name="Google Shape;549;p52"/>
            <p:cNvCxnSpPr>
              <a:stCxn id="548" idx="0"/>
              <a:endCxn id="510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" name="Google Shape;550;p52"/>
            <p:cNvCxnSpPr>
              <a:stCxn id="510" idx="2"/>
              <a:endCxn id="541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" name="Google Shape;551;p52"/>
            <p:cNvCxnSpPr>
              <a:stCxn id="510" idx="7"/>
              <a:endCxn id="552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" name="Google Shape;553;p52"/>
            <p:cNvCxnSpPr>
              <a:stCxn id="510" idx="6"/>
              <a:endCxn id="554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5" name="Google Shape;555;p52"/>
            <p:cNvCxnSpPr>
              <a:stCxn id="554" idx="7"/>
              <a:endCxn id="552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6" name="Google Shape;556;p52"/>
            <p:cNvCxnSpPr>
              <a:stCxn id="469" idx="1"/>
              <a:endCxn id="541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7" name="Google Shape;557;p52"/>
            <p:cNvCxnSpPr>
              <a:endCxn id="537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8" name="Google Shape;558;p52"/>
            <p:cNvCxnSpPr>
              <a:stCxn id="546" idx="2"/>
              <a:endCxn id="537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9" name="Google Shape;559;p52"/>
            <p:cNvCxnSpPr>
              <a:stCxn id="560" idx="0"/>
              <a:endCxn id="537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1" name="Google Shape;561;p52"/>
            <p:cNvCxnSpPr>
              <a:endCxn id="537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2" name="Google Shape;562;p52"/>
            <p:cNvCxnSpPr>
              <a:stCxn id="560" idx="2"/>
              <a:endCxn id="546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3" name="Google Shape;563;p52"/>
            <p:cNvCxnSpPr>
              <a:stCxn id="548" idx="2"/>
              <a:endCxn id="546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4" name="Google Shape;564;p52"/>
            <p:cNvCxnSpPr>
              <a:stCxn id="548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5" name="Google Shape;565;p52"/>
            <p:cNvCxnSpPr>
              <a:stCxn id="566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7" name="Google Shape;567;p52"/>
            <p:cNvCxnSpPr>
              <a:stCxn id="566" idx="2"/>
              <a:endCxn id="548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8" name="Google Shape;568;p52"/>
            <p:cNvCxnSpPr>
              <a:stCxn id="554" idx="4"/>
              <a:endCxn id="566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9" name="Google Shape;569;p52"/>
            <p:cNvCxnSpPr>
              <a:stCxn id="570" idx="3"/>
              <a:endCxn id="566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1" name="Google Shape;571;p52"/>
            <p:cNvCxnSpPr>
              <a:stCxn id="570" idx="2"/>
              <a:endCxn id="554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2" name="Google Shape;572;p52"/>
            <p:cNvCxnSpPr>
              <a:stCxn id="570" idx="1"/>
              <a:endCxn id="552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3" name="Google Shape;573;p52"/>
            <p:cNvCxnSpPr>
              <a:stCxn id="574" idx="1"/>
              <a:endCxn id="552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5" name="Google Shape;575;p52"/>
            <p:cNvCxnSpPr>
              <a:stCxn id="574" idx="0"/>
              <a:endCxn id="576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7" name="Google Shape;577;p52"/>
            <p:cNvCxnSpPr>
              <a:stCxn id="578" idx="0"/>
              <a:endCxn id="579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" name="Google Shape;580;p52"/>
            <p:cNvCxnSpPr>
              <a:stCxn id="581" idx="7"/>
              <a:endCxn id="579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" name="Google Shape;582;p52"/>
            <p:cNvCxnSpPr>
              <a:endCxn id="578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3" name="Google Shape;583;p52"/>
            <p:cNvCxnSpPr>
              <a:stCxn id="584" idx="5"/>
              <a:endCxn id="585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6" name="Google Shape;586;p52"/>
            <p:cNvCxnSpPr>
              <a:endCxn id="585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7" name="Google Shape;587;p52"/>
            <p:cNvCxnSpPr>
              <a:stCxn id="585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8" name="Google Shape;588;p52"/>
            <p:cNvCxnSpPr>
              <a:stCxn id="585" idx="3"/>
              <a:endCxn id="589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0" name="Google Shape;590;p52"/>
            <p:cNvCxnSpPr>
              <a:stCxn id="585" idx="1"/>
              <a:endCxn id="574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1" name="Google Shape;591;p52"/>
            <p:cNvCxnSpPr>
              <a:stCxn id="578" idx="2"/>
              <a:endCxn id="574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2" name="Google Shape;592;p52"/>
            <p:cNvCxnSpPr>
              <a:stCxn id="579" idx="3"/>
              <a:endCxn id="574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3" name="Google Shape;593;p52"/>
            <p:cNvCxnSpPr>
              <a:stCxn id="579" idx="2"/>
              <a:endCxn id="576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4" name="Google Shape;594;p52"/>
            <p:cNvCxnSpPr>
              <a:stCxn id="576" idx="1"/>
              <a:endCxn id="552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5" name="Google Shape;595;p52"/>
            <p:cNvCxnSpPr>
              <a:stCxn id="574" idx="2"/>
              <a:endCxn id="570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6" name="Google Shape;596;p52"/>
            <p:cNvCxnSpPr>
              <a:stCxn id="589" idx="1"/>
              <a:endCxn id="570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7" name="Google Shape;597;p52"/>
            <p:cNvCxnSpPr>
              <a:stCxn id="589" idx="3"/>
              <a:endCxn id="598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9" name="Google Shape;599;p52"/>
            <p:cNvCxnSpPr>
              <a:stCxn id="570" idx="4"/>
              <a:endCxn id="598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0" name="Google Shape;600;p52"/>
            <p:cNvCxnSpPr>
              <a:stCxn id="566" idx="5"/>
              <a:endCxn id="598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1" name="Google Shape;601;p52"/>
            <p:cNvCxnSpPr>
              <a:stCxn id="589" idx="7"/>
              <a:endCxn id="574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2" name="Google Shape;602;p52"/>
            <p:cNvCxnSpPr>
              <a:stCxn id="548" idx="7"/>
              <a:endCxn id="554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3" name="Google Shape;603;p52"/>
            <p:cNvCxnSpPr>
              <a:endCxn id="589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4" name="Google Shape;604;p52"/>
            <p:cNvCxnSpPr>
              <a:stCxn id="585" idx="7"/>
              <a:endCxn id="578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7" name="Google Shape;537;p52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2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2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2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2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2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2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2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2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2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2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2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2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2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2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2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2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2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5" name="Google Shape;605;p52"/>
            <p:cNvCxnSpPr>
              <a:stCxn id="560" idx="1"/>
              <a:endCxn id="548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6" name="Google Shape;606;p52"/>
            <p:cNvCxnSpPr>
              <a:stCxn id="607" idx="6"/>
              <a:endCxn id="579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8" name="Google Shape;608;p52"/>
            <p:cNvCxnSpPr>
              <a:stCxn id="609" idx="4"/>
              <a:endCxn id="581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0" name="Google Shape;610;p52"/>
            <p:cNvCxnSpPr>
              <a:stCxn id="581" idx="4"/>
              <a:endCxn id="584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1" name="Google Shape;611;p52"/>
            <p:cNvCxnSpPr>
              <a:stCxn id="612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52"/>
            <p:cNvCxnSpPr>
              <a:stCxn id="612" idx="0"/>
              <a:endCxn id="584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4" name="Google Shape;614;p52"/>
            <p:cNvCxnSpPr>
              <a:stCxn id="615" idx="1"/>
              <a:endCxn id="609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" name="Google Shape;616;p52"/>
            <p:cNvCxnSpPr>
              <a:stCxn id="584" idx="2"/>
              <a:endCxn id="615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7" name="Google Shape;617;p52"/>
            <p:cNvCxnSpPr>
              <a:stCxn id="612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8" name="Google Shape;618;p52"/>
            <p:cNvCxnSpPr>
              <a:stCxn id="579" idx="1"/>
              <a:endCxn id="441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9" name="Google Shape;619;p52"/>
            <p:cNvCxnSpPr>
              <a:stCxn id="620" idx="6"/>
              <a:endCxn id="621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2" name="Google Shape;622;p52"/>
            <p:cNvCxnSpPr>
              <a:stCxn id="609" idx="7"/>
              <a:endCxn id="620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3" name="Google Shape;623;p52"/>
            <p:cNvCxnSpPr>
              <a:stCxn id="609" idx="5"/>
              <a:endCxn id="607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4" name="Google Shape;624;p52"/>
            <p:cNvCxnSpPr>
              <a:stCxn id="621" idx="3"/>
              <a:endCxn id="607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5" name="Google Shape;625;p52"/>
            <p:cNvCxnSpPr>
              <a:stCxn id="607" idx="4"/>
              <a:endCxn id="581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6" name="Google Shape;626;p52"/>
            <p:cNvCxnSpPr>
              <a:stCxn id="585" idx="2"/>
              <a:endCxn id="612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7" name="Google Shape;627;p52"/>
            <p:cNvCxnSpPr>
              <a:endCxn id="612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09" name="Google Shape;609;p52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2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2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2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2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2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2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52"/>
            <p:cNvCxnSpPr>
              <a:stCxn id="581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9" name="Google Shape;629;p52"/>
            <p:cNvCxnSpPr>
              <a:stCxn id="620" idx="4"/>
              <a:endCxn id="607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3" name="Google Shape;453;p52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0" name="Google Shape;630;p52"/>
            <p:cNvCxnSpPr>
              <a:stCxn id="453" idx="3"/>
              <a:endCxn id="576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1" name="Google Shape;631;p52"/>
            <p:cNvCxnSpPr>
              <a:stCxn id="453" idx="2"/>
              <a:endCxn id="441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2" name="Google Shape;632;p52"/>
            <p:cNvCxnSpPr>
              <a:stCxn id="620" idx="7"/>
              <a:endCxn id="440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3" name="Google Shape;633;p52"/>
            <p:cNvCxnSpPr>
              <a:endCxn id="620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5" name="Google Shape;615;p52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4" name="Google Shape;634;p52"/>
            <p:cNvCxnSpPr>
              <a:stCxn id="584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5" name="Google Shape;635;p52"/>
            <p:cNvCxnSpPr>
              <a:stCxn id="621" idx="6"/>
              <a:endCxn id="441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6" name="Google Shape;636;p52"/>
            <p:cNvCxnSpPr>
              <a:stCxn id="621" idx="5"/>
              <a:endCxn id="579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7" name="Google Shape;637;p52"/>
            <p:cNvCxnSpPr>
              <a:stCxn id="440" idx="0"/>
              <a:endCxn id="621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8" name="Google Shape;638;p52"/>
            <p:cNvCxnSpPr>
              <a:stCxn id="581" idx="5"/>
              <a:endCxn id="578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9" name="Google Shape;639;p52"/>
            <p:cNvCxnSpPr>
              <a:stCxn id="576" idx="7"/>
              <a:endCxn id="441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0" name="Google Shape;640;p52"/>
            <p:cNvCxnSpPr>
              <a:stCxn id="449" idx="7"/>
              <a:endCxn id="453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1" name="Google Shape;641;p52"/>
            <p:cNvCxnSpPr>
              <a:stCxn id="552" idx="7"/>
              <a:endCxn id="454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2" name="Google Shape;642;p52"/>
            <p:cNvCxnSpPr>
              <a:stCxn id="552" idx="6"/>
              <a:endCxn id="453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3" name="Google Shape;643;p52"/>
            <p:cNvCxnSpPr>
              <a:stCxn id="466" idx="0"/>
              <a:endCxn id="552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4" name="Google Shape;644;p52"/>
            <p:cNvCxnSpPr>
              <a:stCxn id="469" idx="0"/>
              <a:endCxn id="517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5" name="Google Shape;645;p52"/>
            <p:cNvCxnSpPr>
              <a:stCxn id="473" idx="0"/>
              <a:endCxn id="517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6" name="Google Shape;646;p52"/>
            <p:cNvCxnSpPr>
              <a:stCxn id="471" idx="0"/>
              <a:endCxn id="469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7" name="Google Shape;647;p52"/>
            <p:cNvCxnSpPr>
              <a:stCxn id="552" idx="1"/>
              <a:endCxn id="511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8" name="Google Shape;648;p52"/>
            <p:cNvCxnSpPr>
              <a:stCxn id="466" idx="0"/>
              <a:endCxn id="511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9" name="Google Shape;649;p52"/>
            <p:cNvCxnSpPr>
              <a:stCxn id="511" idx="7"/>
              <a:endCxn id="469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7" name="Google Shape;517;p52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2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2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14901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0" name="Google Shape;650;p52"/>
            <p:cNvCxnSpPr>
              <a:stCxn id="508" idx="0"/>
              <a:endCxn id="517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1" name="Google Shape;651;p52"/>
            <p:cNvCxnSpPr>
              <a:endCxn id="508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Agenda slide layout">
  <p:cSld name="3_Agenda slide layout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Google Shape;654;p54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655" name="Google Shape;655;p54"/>
            <p:cNvCxnSpPr>
              <a:stCxn id="656" idx="7"/>
              <a:endCxn id="657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8" name="Google Shape;658;p54"/>
            <p:cNvCxnSpPr>
              <a:stCxn id="657" idx="4"/>
              <a:endCxn id="659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0" name="Google Shape;660;p54"/>
            <p:cNvCxnSpPr>
              <a:stCxn id="661" idx="2"/>
              <a:endCxn id="662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3" name="Google Shape;663;p54"/>
            <p:cNvCxnSpPr>
              <a:stCxn id="659" idx="5"/>
              <a:endCxn id="661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4" name="Google Shape;664;p54"/>
            <p:cNvCxnSpPr>
              <a:stCxn id="657" idx="5"/>
              <a:endCxn id="665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6" name="Google Shape;666;p54"/>
            <p:cNvCxnSpPr>
              <a:stCxn id="661" idx="0"/>
              <a:endCxn id="665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7" name="Google Shape;667;p54"/>
            <p:cNvCxnSpPr>
              <a:stCxn id="659" idx="3"/>
              <a:endCxn id="662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8" name="Google Shape;668;p54"/>
            <p:cNvCxnSpPr>
              <a:stCxn id="669" idx="7"/>
              <a:endCxn id="670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1" name="Google Shape;671;p54"/>
            <p:cNvCxnSpPr>
              <a:stCxn id="661" idx="7"/>
              <a:endCxn id="670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2" name="Google Shape;672;p54"/>
            <p:cNvCxnSpPr>
              <a:stCxn id="673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4" name="Google Shape;674;p54"/>
            <p:cNvCxnSpPr>
              <a:stCxn id="659" idx="6"/>
              <a:endCxn id="665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5" name="Google Shape;675;p54"/>
            <p:cNvCxnSpPr>
              <a:stCxn id="673" idx="0"/>
              <a:endCxn id="662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6" name="Google Shape;676;p54"/>
            <p:cNvCxnSpPr>
              <a:stCxn id="665" idx="6"/>
              <a:endCxn id="670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7" name="Google Shape;677;p54"/>
            <p:cNvCxnSpPr>
              <a:stCxn id="678" idx="0"/>
              <a:endCxn id="670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9" name="Google Shape;679;p54"/>
            <p:cNvCxnSpPr>
              <a:stCxn id="680" idx="1"/>
              <a:endCxn id="670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1" name="Google Shape;681;p54"/>
            <p:cNvCxnSpPr>
              <a:stCxn id="680" idx="0"/>
              <a:endCxn id="682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3" name="Google Shape;683;p54"/>
            <p:cNvCxnSpPr>
              <a:stCxn id="682" idx="2"/>
              <a:endCxn id="670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4" name="Google Shape;684;p54"/>
            <p:cNvCxnSpPr>
              <a:stCxn id="682" idx="7"/>
              <a:endCxn id="685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6" name="Google Shape;686;p54"/>
            <p:cNvCxnSpPr>
              <a:stCxn id="682" idx="6"/>
              <a:endCxn id="687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8" name="Google Shape;688;p54"/>
            <p:cNvCxnSpPr>
              <a:stCxn id="687" idx="7"/>
              <a:endCxn id="689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0" name="Google Shape;690;p54"/>
            <p:cNvCxnSpPr>
              <a:stCxn id="691" idx="0"/>
              <a:endCxn id="657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2" name="Google Shape;692;p54"/>
            <p:cNvCxnSpPr>
              <a:stCxn id="662" idx="2"/>
              <a:endCxn id="691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3" name="Google Shape;693;p54"/>
            <p:cNvCxnSpPr>
              <a:stCxn id="673" idx="1"/>
              <a:endCxn id="691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4" name="Google Shape;694;p54"/>
            <p:cNvCxnSpPr>
              <a:stCxn id="695" idx="7"/>
              <a:endCxn id="691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6" name="Google Shape;696;p54"/>
            <p:cNvCxnSpPr>
              <a:stCxn id="656" idx="6"/>
              <a:endCxn id="691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7" name="Google Shape;697;p54"/>
            <p:cNvCxnSpPr>
              <a:stCxn id="698" idx="7"/>
              <a:endCxn id="656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9" name="Google Shape;699;p54"/>
            <p:cNvCxnSpPr>
              <a:stCxn id="698" idx="6"/>
              <a:endCxn id="695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0" name="Google Shape;700;p54"/>
            <p:cNvCxnSpPr>
              <a:stCxn id="698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1" name="Google Shape;701;p54"/>
            <p:cNvCxnSpPr>
              <a:stCxn id="695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2" name="Google Shape;702;p54"/>
            <p:cNvCxnSpPr>
              <a:stCxn id="695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3" name="Google Shape;703;p54"/>
            <p:cNvCxnSpPr>
              <a:stCxn id="673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4" name="Google Shape;704;p54"/>
            <p:cNvCxnSpPr>
              <a:stCxn id="695" idx="6"/>
              <a:endCxn id="673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5" name="Google Shape;705;p54"/>
            <p:cNvCxnSpPr>
              <a:stCxn id="673" idx="6"/>
              <a:endCxn id="661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6" name="Google Shape;706;p54"/>
            <p:cNvCxnSpPr>
              <a:stCxn id="678" idx="2"/>
              <a:endCxn id="661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7" name="Google Shape;707;p54"/>
            <p:cNvCxnSpPr>
              <a:stCxn id="708" idx="0"/>
              <a:endCxn id="661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9" name="Google Shape;709;p54"/>
            <p:cNvCxnSpPr>
              <a:endCxn id="661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0" name="Google Shape;710;p54"/>
            <p:cNvCxnSpPr>
              <a:stCxn id="708" idx="2"/>
              <a:endCxn id="678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1" name="Google Shape;711;p54"/>
            <p:cNvCxnSpPr>
              <a:stCxn id="680" idx="2"/>
              <a:endCxn id="678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2" name="Google Shape;712;p54"/>
            <p:cNvCxnSpPr>
              <a:stCxn id="680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3" name="Google Shape;713;p54"/>
            <p:cNvCxnSpPr>
              <a:stCxn id="714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p54"/>
            <p:cNvCxnSpPr>
              <a:stCxn id="714" idx="2"/>
              <a:endCxn id="680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p54"/>
            <p:cNvCxnSpPr>
              <a:stCxn id="687" idx="4"/>
              <a:endCxn id="714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7" name="Google Shape;717;p54"/>
            <p:cNvCxnSpPr>
              <a:stCxn id="718" idx="3"/>
              <a:endCxn id="714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9" name="Google Shape;719;p54"/>
            <p:cNvCxnSpPr>
              <a:stCxn id="718" idx="2"/>
              <a:endCxn id="687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0" name="Google Shape;720;p54"/>
            <p:cNvCxnSpPr>
              <a:stCxn id="718" idx="1"/>
              <a:endCxn id="689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p54"/>
            <p:cNvCxnSpPr>
              <a:stCxn id="722" idx="1"/>
              <a:endCxn id="689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54"/>
            <p:cNvCxnSpPr>
              <a:stCxn id="722" idx="0"/>
              <a:endCxn id="724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54"/>
            <p:cNvCxnSpPr>
              <a:stCxn id="726" idx="7"/>
              <a:endCxn id="727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54"/>
            <p:cNvCxnSpPr>
              <a:endCxn id="729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54"/>
            <p:cNvCxnSpPr>
              <a:stCxn id="726" idx="0"/>
              <a:endCxn id="685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54"/>
            <p:cNvCxnSpPr>
              <a:stCxn id="732" idx="0"/>
              <a:endCxn id="733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4" name="Google Shape;734;p54"/>
            <p:cNvCxnSpPr>
              <a:stCxn id="732" idx="1"/>
              <a:endCxn id="724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54"/>
            <p:cNvCxnSpPr>
              <a:stCxn id="724" idx="2"/>
              <a:endCxn id="689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54"/>
            <p:cNvCxnSpPr>
              <a:stCxn id="722" idx="2"/>
              <a:endCxn id="718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54"/>
            <p:cNvCxnSpPr>
              <a:stCxn id="729" idx="1"/>
              <a:endCxn id="718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54"/>
            <p:cNvCxnSpPr>
              <a:stCxn id="729" idx="3"/>
              <a:endCxn id="739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0" name="Google Shape;740;p54"/>
            <p:cNvCxnSpPr>
              <a:stCxn id="718" idx="4"/>
              <a:endCxn id="739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1" name="Google Shape;741;p54"/>
            <p:cNvCxnSpPr>
              <a:stCxn id="714" idx="5"/>
              <a:endCxn id="739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2" name="Google Shape;742;p54"/>
            <p:cNvCxnSpPr>
              <a:stCxn id="729" idx="7"/>
              <a:endCxn id="722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3" name="Google Shape;743;p54"/>
            <p:cNvCxnSpPr>
              <a:stCxn id="680" idx="7"/>
              <a:endCxn id="687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4" name="Google Shape;744;p54"/>
            <p:cNvCxnSpPr>
              <a:endCxn id="729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7" name="Google Shape;657;p54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4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4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4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4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4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4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4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4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4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4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4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4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4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4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4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4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4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4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4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5" name="Google Shape;745;p54"/>
            <p:cNvCxnSpPr>
              <a:stCxn id="659" idx="2"/>
              <a:endCxn id="691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6" name="Google Shape;746;p54"/>
            <p:cNvCxnSpPr>
              <a:stCxn id="656" idx="4"/>
              <a:endCxn id="695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8" name="Google Shape;698;p54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7" name="Google Shape;747;p54"/>
            <p:cNvCxnSpPr>
              <a:stCxn id="698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8" name="Google Shape;748;p54"/>
            <p:cNvCxnSpPr>
              <a:stCxn id="698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9" name="Google Shape;749;p54"/>
            <p:cNvCxnSpPr>
              <a:stCxn id="698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0" name="Google Shape;750;p54"/>
            <p:cNvCxnSpPr>
              <a:endCxn id="656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8" name="Google Shape;708;p54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4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54"/>
            <p:cNvCxnSpPr>
              <a:stCxn id="708" idx="1"/>
              <a:endCxn id="680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2" name="Google Shape;752;p54"/>
            <p:cNvCxnSpPr>
              <a:endCxn id="753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4" name="Google Shape;754;p54"/>
            <p:cNvCxnSpPr>
              <a:endCxn id="732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5" name="Google Shape;755;p54"/>
            <p:cNvCxnSpPr>
              <a:stCxn id="753" idx="0"/>
              <a:endCxn id="732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6" name="Google Shape;756;p54"/>
            <p:cNvCxnSpPr>
              <a:stCxn id="733" idx="2"/>
              <a:endCxn id="757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8" name="Google Shape;758;p54"/>
            <p:cNvCxnSpPr>
              <a:stCxn id="753" idx="7"/>
              <a:endCxn id="757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9" name="Google Shape;759;p54"/>
            <p:cNvCxnSpPr>
              <a:endCxn id="732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0" name="Google Shape;760;p54"/>
            <p:cNvCxnSpPr>
              <a:stCxn id="732" idx="6"/>
              <a:endCxn id="757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1" name="Google Shape;761;p54"/>
            <p:cNvCxnSpPr>
              <a:stCxn id="762" idx="0"/>
              <a:endCxn id="757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3" name="Google Shape;763;p54"/>
            <p:cNvCxnSpPr>
              <a:stCxn id="764" idx="1"/>
              <a:endCxn id="757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5" name="Google Shape;765;p54"/>
            <p:cNvCxnSpPr>
              <a:stCxn id="764" idx="0"/>
              <a:endCxn id="726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6" name="Google Shape;766;p54"/>
            <p:cNvCxnSpPr>
              <a:stCxn id="726" idx="2"/>
              <a:endCxn id="757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7" name="Google Shape;767;p54"/>
            <p:cNvCxnSpPr>
              <a:stCxn id="726" idx="7"/>
              <a:endCxn id="768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9" name="Google Shape;769;p54"/>
            <p:cNvCxnSpPr>
              <a:stCxn id="726" idx="6"/>
              <a:endCxn id="770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1" name="Google Shape;771;p54"/>
            <p:cNvCxnSpPr>
              <a:stCxn id="770" idx="7"/>
              <a:endCxn id="768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2" name="Google Shape;772;p54"/>
            <p:cNvCxnSpPr>
              <a:stCxn id="685" idx="1"/>
              <a:endCxn id="757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3" name="Google Shape;773;p54"/>
            <p:cNvCxnSpPr>
              <a:endCxn id="753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4" name="Google Shape;774;p54"/>
            <p:cNvCxnSpPr>
              <a:stCxn id="762" idx="2"/>
              <a:endCxn id="753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5" name="Google Shape;775;p54"/>
            <p:cNvCxnSpPr>
              <a:stCxn id="776" idx="0"/>
              <a:endCxn id="753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7" name="Google Shape;777;p54"/>
            <p:cNvCxnSpPr>
              <a:endCxn id="753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8" name="Google Shape;778;p54"/>
            <p:cNvCxnSpPr>
              <a:stCxn id="776" idx="2"/>
              <a:endCxn id="762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9" name="Google Shape;779;p54"/>
            <p:cNvCxnSpPr>
              <a:stCxn id="764" idx="2"/>
              <a:endCxn id="762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0" name="Google Shape;780;p54"/>
            <p:cNvCxnSpPr>
              <a:stCxn id="764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1" name="Google Shape;781;p54"/>
            <p:cNvCxnSpPr>
              <a:stCxn id="782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3" name="Google Shape;783;p54"/>
            <p:cNvCxnSpPr>
              <a:stCxn id="782" idx="2"/>
              <a:endCxn id="764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4" name="Google Shape;784;p54"/>
            <p:cNvCxnSpPr>
              <a:stCxn id="770" idx="4"/>
              <a:endCxn id="782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5" name="Google Shape;785;p54"/>
            <p:cNvCxnSpPr>
              <a:stCxn id="786" idx="3"/>
              <a:endCxn id="782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7" name="Google Shape;787;p54"/>
            <p:cNvCxnSpPr>
              <a:stCxn id="786" idx="2"/>
              <a:endCxn id="770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8" name="Google Shape;788;p54"/>
            <p:cNvCxnSpPr>
              <a:stCxn id="786" idx="1"/>
              <a:endCxn id="768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9" name="Google Shape;789;p54"/>
            <p:cNvCxnSpPr>
              <a:stCxn id="790" idx="1"/>
              <a:endCxn id="768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1" name="Google Shape;791;p54"/>
            <p:cNvCxnSpPr>
              <a:stCxn id="790" idx="0"/>
              <a:endCxn id="792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3" name="Google Shape;793;p54"/>
            <p:cNvCxnSpPr>
              <a:stCxn id="794" idx="0"/>
              <a:endCxn id="795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6" name="Google Shape;796;p54"/>
            <p:cNvCxnSpPr>
              <a:stCxn id="797" idx="7"/>
              <a:endCxn id="795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8" name="Google Shape;798;p54"/>
            <p:cNvCxnSpPr>
              <a:endCxn id="794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9" name="Google Shape;799;p54"/>
            <p:cNvCxnSpPr>
              <a:stCxn id="800" idx="5"/>
              <a:endCxn id="801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2" name="Google Shape;802;p54"/>
            <p:cNvCxnSpPr>
              <a:endCxn id="801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3" name="Google Shape;803;p54"/>
            <p:cNvCxnSpPr>
              <a:stCxn id="801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4" name="Google Shape;804;p54"/>
            <p:cNvCxnSpPr>
              <a:stCxn id="801" idx="3"/>
              <a:endCxn id="805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6" name="Google Shape;806;p54"/>
            <p:cNvCxnSpPr>
              <a:stCxn id="801" idx="1"/>
              <a:endCxn id="790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7" name="Google Shape;807;p54"/>
            <p:cNvCxnSpPr>
              <a:stCxn id="794" idx="2"/>
              <a:endCxn id="790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8" name="Google Shape;808;p54"/>
            <p:cNvCxnSpPr>
              <a:stCxn id="795" idx="3"/>
              <a:endCxn id="790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9" name="Google Shape;809;p54"/>
            <p:cNvCxnSpPr>
              <a:stCxn id="795" idx="2"/>
              <a:endCxn id="792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0" name="Google Shape;810;p54"/>
            <p:cNvCxnSpPr>
              <a:stCxn id="792" idx="1"/>
              <a:endCxn id="768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1" name="Google Shape;811;p54"/>
            <p:cNvCxnSpPr>
              <a:stCxn id="790" idx="2"/>
              <a:endCxn id="786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2" name="Google Shape;812;p54"/>
            <p:cNvCxnSpPr>
              <a:stCxn id="805" idx="1"/>
              <a:endCxn id="786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3" name="Google Shape;813;p54"/>
            <p:cNvCxnSpPr>
              <a:stCxn id="805" idx="3"/>
              <a:endCxn id="814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5" name="Google Shape;815;p54"/>
            <p:cNvCxnSpPr>
              <a:stCxn id="786" idx="4"/>
              <a:endCxn id="814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6" name="Google Shape;816;p54"/>
            <p:cNvCxnSpPr>
              <a:stCxn id="782" idx="5"/>
              <a:endCxn id="814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" name="Google Shape;817;p54"/>
            <p:cNvCxnSpPr>
              <a:stCxn id="805" idx="7"/>
              <a:endCxn id="790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" name="Google Shape;818;p54"/>
            <p:cNvCxnSpPr>
              <a:stCxn id="764" idx="7"/>
              <a:endCxn id="770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9" name="Google Shape;819;p54"/>
            <p:cNvCxnSpPr>
              <a:endCxn id="805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0" name="Google Shape;820;p54"/>
            <p:cNvCxnSpPr>
              <a:stCxn id="801" idx="7"/>
              <a:endCxn id="794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3" name="Google Shape;753;p54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4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4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4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4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4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4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4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4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4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4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4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4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4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4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4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4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4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1" name="Google Shape;821;p54"/>
            <p:cNvCxnSpPr>
              <a:stCxn id="776" idx="1"/>
              <a:endCxn id="764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2" name="Google Shape;822;p54"/>
            <p:cNvCxnSpPr>
              <a:stCxn id="823" idx="6"/>
              <a:endCxn id="795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4" name="Google Shape;824;p54"/>
            <p:cNvCxnSpPr>
              <a:stCxn id="825" idx="4"/>
              <a:endCxn id="797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6" name="Google Shape;826;p54"/>
            <p:cNvCxnSpPr>
              <a:stCxn id="797" idx="4"/>
              <a:endCxn id="800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7" name="Google Shape;827;p54"/>
            <p:cNvCxnSpPr>
              <a:stCxn id="828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9" name="Google Shape;829;p54"/>
            <p:cNvCxnSpPr>
              <a:stCxn id="828" idx="0"/>
              <a:endCxn id="800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0" name="Google Shape;830;p54"/>
            <p:cNvCxnSpPr>
              <a:stCxn id="831" idx="1"/>
              <a:endCxn id="825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2" name="Google Shape;832;p54"/>
            <p:cNvCxnSpPr>
              <a:stCxn id="800" idx="2"/>
              <a:endCxn id="831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3" name="Google Shape;833;p54"/>
            <p:cNvCxnSpPr>
              <a:stCxn id="828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4" name="Google Shape;834;p54"/>
            <p:cNvCxnSpPr>
              <a:stCxn id="795" idx="1"/>
              <a:endCxn id="657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5" name="Google Shape;835;p54"/>
            <p:cNvCxnSpPr>
              <a:stCxn id="836" idx="6"/>
              <a:endCxn id="837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8" name="Google Shape;838;p54"/>
            <p:cNvCxnSpPr>
              <a:stCxn id="825" idx="7"/>
              <a:endCxn id="836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9" name="Google Shape;839;p54"/>
            <p:cNvCxnSpPr>
              <a:stCxn id="825" idx="5"/>
              <a:endCxn id="823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0" name="Google Shape;840;p54"/>
            <p:cNvCxnSpPr>
              <a:stCxn id="837" idx="3"/>
              <a:endCxn id="823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1" name="Google Shape;841;p54"/>
            <p:cNvCxnSpPr>
              <a:stCxn id="823" idx="4"/>
              <a:endCxn id="797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2" name="Google Shape;842;p54"/>
            <p:cNvCxnSpPr>
              <a:stCxn id="801" idx="2"/>
              <a:endCxn id="828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3" name="Google Shape;843;p54"/>
            <p:cNvCxnSpPr>
              <a:endCxn id="828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5" name="Google Shape;825;p54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4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4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4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4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4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4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4" name="Google Shape;844;p54"/>
            <p:cNvCxnSpPr>
              <a:stCxn id="797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" name="Google Shape;845;p54"/>
            <p:cNvCxnSpPr>
              <a:stCxn id="836" idx="4"/>
              <a:endCxn id="823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9" name="Google Shape;669;p54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6" name="Google Shape;846;p54"/>
            <p:cNvCxnSpPr>
              <a:stCxn id="669" idx="3"/>
              <a:endCxn id="792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7" name="Google Shape;847;p54"/>
            <p:cNvCxnSpPr>
              <a:stCxn id="669" idx="2"/>
              <a:endCxn id="657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8" name="Google Shape;848;p54"/>
            <p:cNvCxnSpPr>
              <a:stCxn id="836" idx="7"/>
              <a:endCxn id="656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9" name="Google Shape;849;p54"/>
            <p:cNvCxnSpPr>
              <a:endCxn id="836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1" name="Google Shape;831;p54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0" name="Google Shape;850;p54"/>
            <p:cNvCxnSpPr>
              <a:stCxn id="800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1" name="Google Shape;851;p54"/>
            <p:cNvCxnSpPr>
              <a:stCxn id="837" idx="6"/>
              <a:endCxn id="657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2" name="Google Shape;852;p54"/>
            <p:cNvCxnSpPr>
              <a:stCxn id="837" idx="5"/>
              <a:endCxn id="795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3" name="Google Shape;853;p54"/>
            <p:cNvCxnSpPr>
              <a:stCxn id="656" idx="0"/>
              <a:endCxn id="837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4" name="Google Shape;854;p54"/>
            <p:cNvCxnSpPr>
              <a:stCxn id="797" idx="5"/>
              <a:endCxn id="794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5" name="Google Shape;855;p54"/>
            <p:cNvCxnSpPr>
              <a:stCxn id="792" idx="7"/>
              <a:endCxn id="657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6" name="Google Shape;856;p54"/>
            <p:cNvCxnSpPr>
              <a:stCxn id="665" idx="7"/>
              <a:endCxn id="669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7" name="Google Shape;857;p54"/>
            <p:cNvCxnSpPr>
              <a:stCxn id="768" idx="7"/>
              <a:endCxn id="670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8" name="Google Shape;858;p54"/>
            <p:cNvCxnSpPr>
              <a:stCxn id="768" idx="6"/>
              <a:endCxn id="669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9" name="Google Shape;859;p54"/>
            <p:cNvCxnSpPr>
              <a:stCxn id="682" idx="0"/>
              <a:endCxn id="768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0" name="Google Shape;860;p54"/>
            <p:cNvCxnSpPr>
              <a:stCxn id="685" idx="0"/>
              <a:endCxn id="733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1" name="Google Shape;861;p54"/>
            <p:cNvCxnSpPr>
              <a:stCxn id="689" idx="0"/>
              <a:endCxn id="733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2" name="Google Shape;862;p54"/>
            <p:cNvCxnSpPr>
              <a:stCxn id="687" idx="0"/>
              <a:endCxn id="685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3" name="Google Shape;863;p54"/>
            <p:cNvCxnSpPr>
              <a:stCxn id="768" idx="1"/>
              <a:endCxn id="727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4" name="Google Shape;864;p54"/>
            <p:cNvCxnSpPr>
              <a:stCxn id="682" idx="0"/>
              <a:endCxn id="727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5" name="Google Shape;865;p54"/>
            <p:cNvCxnSpPr>
              <a:stCxn id="727" idx="7"/>
              <a:endCxn id="685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3" name="Google Shape;733;p54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4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4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6" name="Google Shape;866;p54"/>
            <p:cNvCxnSpPr>
              <a:stCxn id="724" idx="0"/>
              <a:endCxn id="733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7" name="Google Shape;867;p54"/>
            <p:cNvCxnSpPr>
              <a:endCxn id="724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5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70" name="Google Shape;870;p55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871" name="Google Shape;871;p55"/>
            <p:cNvCxnSpPr>
              <a:stCxn id="872" idx="7"/>
              <a:endCxn id="873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4" name="Google Shape;874;p55"/>
            <p:cNvCxnSpPr>
              <a:stCxn id="873" idx="4"/>
              <a:endCxn id="875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6" name="Google Shape;876;p55"/>
            <p:cNvCxnSpPr>
              <a:stCxn id="877" idx="2"/>
              <a:endCxn id="878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9" name="Google Shape;879;p55"/>
            <p:cNvCxnSpPr>
              <a:stCxn id="875" idx="5"/>
              <a:endCxn id="877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0" name="Google Shape;880;p55"/>
            <p:cNvCxnSpPr>
              <a:stCxn id="873" idx="5"/>
              <a:endCxn id="881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2" name="Google Shape;882;p55"/>
            <p:cNvCxnSpPr>
              <a:stCxn id="877" idx="0"/>
              <a:endCxn id="881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3" name="Google Shape;883;p55"/>
            <p:cNvCxnSpPr>
              <a:stCxn id="875" idx="3"/>
              <a:endCxn id="878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4" name="Google Shape;884;p55"/>
            <p:cNvCxnSpPr>
              <a:stCxn id="885" idx="7"/>
              <a:endCxn id="886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7" name="Google Shape;887;p55"/>
            <p:cNvCxnSpPr>
              <a:stCxn id="877" idx="7"/>
              <a:endCxn id="886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8" name="Google Shape;888;p55"/>
            <p:cNvCxnSpPr>
              <a:stCxn id="889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0" name="Google Shape;890;p55"/>
            <p:cNvCxnSpPr>
              <a:stCxn id="875" idx="6"/>
              <a:endCxn id="881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1" name="Google Shape;891;p55"/>
            <p:cNvCxnSpPr>
              <a:stCxn id="889" idx="0"/>
              <a:endCxn id="878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2" name="Google Shape;892;p55"/>
            <p:cNvCxnSpPr>
              <a:stCxn id="881" idx="6"/>
              <a:endCxn id="886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3" name="Google Shape;893;p55"/>
            <p:cNvCxnSpPr>
              <a:stCxn id="894" idx="0"/>
              <a:endCxn id="886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5" name="Google Shape;895;p55"/>
            <p:cNvCxnSpPr>
              <a:stCxn id="896" idx="1"/>
              <a:endCxn id="886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7" name="Google Shape;897;p55"/>
            <p:cNvCxnSpPr>
              <a:stCxn id="896" idx="0"/>
              <a:endCxn id="898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9" name="Google Shape;899;p55"/>
            <p:cNvCxnSpPr>
              <a:stCxn id="898" idx="2"/>
              <a:endCxn id="886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0" name="Google Shape;900;p55"/>
            <p:cNvCxnSpPr>
              <a:stCxn id="898" idx="7"/>
              <a:endCxn id="901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2" name="Google Shape;902;p55"/>
            <p:cNvCxnSpPr>
              <a:stCxn id="898" idx="6"/>
              <a:endCxn id="903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4" name="Google Shape;904;p55"/>
            <p:cNvCxnSpPr>
              <a:stCxn id="903" idx="7"/>
              <a:endCxn id="905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6" name="Google Shape;906;p55"/>
            <p:cNvCxnSpPr>
              <a:stCxn id="907" idx="0"/>
              <a:endCxn id="873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8" name="Google Shape;908;p55"/>
            <p:cNvCxnSpPr>
              <a:stCxn id="878" idx="2"/>
              <a:endCxn id="907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9" name="Google Shape;909;p55"/>
            <p:cNvCxnSpPr>
              <a:stCxn id="889" idx="1"/>
              <a:endCxn id="907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0" name="Google Shape;910;p55"/>
            <p:cNvCxnSpPr>
              <a:stCxn id="911" idx="7"/>
              <a:endCxn id="907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2" name="Google Shape;912;p55"/>
            <p:cNvCxnSpPr>
              <a:stCxn id="872" idx="6"/>
              <a:endCxn id="907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3" name="Google Shape;913;p55"/>
            <p:cNvCxnSpPr>
              <a:stCxn id="914" idx="7"/>
              <a:endCxn id="872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5" name="Google Shape;915;p55"/>
            <p:cNvCxnSpPr>
              <a:stCxn id="914" idx="6"/>
              <a:endCxn id="911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6" name="Google Shape;916;p55"/>
            <p:cNvCxnSpPr>
              <a:stCxn id="914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7" name="Google Shape;917;p55"/>
            <p:cNvCxnSpPr>
              <a:stCxn id="911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8" name="Google Shape;918;p55"/>
            <p:cNvCxnSpPr>
              <a:stCxn id="911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9" name="Google Shape;919;p55"/>
            <p:cNvCxnSpPr>
              <a:stCxn id="889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0" name="Google Shape;920;p55"/>
            <p:cNvCxnSpPr>
              <a:stCxn id="911" idx="6"/>
              <a:endCxn id="889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1" name="Google Shape;921;p55"/>
            <p:cNvCxnSpPr>
              <a:stCxn id="889" idx="6"/>
              <a:endCxn id="877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2" name="Google Shape;922;p55"/>
            <p:cNvCxnSpPr>
              <a:stCxn id="894" idx="2"/>
              <a:endCxn id="877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3" name="Google Shape;923;p55"/>
            <p:cNvCxnSpPr>
              <a:stCxn id="924" idx="0"/>
              <a:endCxn id="877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5" name="Google Shape;925;p55"/>
            <p:cNvCxnSpPr>
              <a:endCxn id="877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6" name="Google Shape;926;p55"/>
            <p:cNvCxnSpPr>
              <a:stCxn id="924" idx="2"/>
              <a:endCxn id="894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7" name="Google Shape;927;p55"/>
            <p:cNvCxnSpPr>
              <a:stCxn id="896" idx="2"/>
              <a:endCxn id="894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8" name="Google Shape;928;p55"/>
            <p:cNvCxnSpPr>
              <a:stCxn id="896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9" name="Google Shape;929;p55"/>
            <p:cNvCxnSpPr>
              <a:stCxn id="930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1" name="Google Shape;931;p55"/>
            <p:cNvCxnSpPr>
              <a:stCxn id="930" idx="2"/>
              <a:endCxn id="896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2" name="Google Shape;932;p55"/>
            <p:cNvCxnSpPr>
              <a:stCxn id="903" idx="4"/>
              <a:endCxn id="930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3" name="Google Shape;933;p55"/>
            <p:cNvCxnSpPr>
              <a:stCxn id="934" idx="3"/>
              <a:endCxn id="930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5" name="Google Shape;935;p55"/>
            <p:cNvCxnSpPr>
              <a:stCxn id="934" idx="2"/>
              <a:endCxn id="903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6" name="Google Shape;936;p55"/>
            <p:cNvCxnSpPr>
              <a:stCxn id="934" idx="1"/>
              <a:endCxn id="905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7" name="Google Shape;937;p55"/>
            <p:cNvCxnSpPr>
              <a:stCxn id="938" idx="1"/>
              <a:endCxn id="905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9" name="Google Shape;939;p55"/>
            <p:cNvCxnSpPr>
              <a:stCxn id="938" idx="0"/>
              <a:endCxn id="940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1" name="Google Shape;941;p55"/>
            <p:cNvCxnSpPr>
              <a:stCxn id="942" idx="7"/>
              <a:endCxn id="943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4" name="Google Shape;944;p55"/>
            <p:cNvCxnSpPr>
              <a:endCxn id="945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" name="Google Shape;946;p55"/>
            <p:cNvCxnSpPr>
              <a:stCxn id="942" idx="0"/>
              <a:endCxn id="901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7" name="Google Shape;947;p55"/>
            <p:cNvCxnSpPr>
              <a:stCxn id="948" idx="0"/>
              <a:endCxn id="949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0" name="Google Shape;950;p55"/>
            <p:cNvCxnSpPr>
              <a:stCxn id="948" idx="1"/>
              <a:endCxn id="940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1" name="Google Shape;951;p55"/>
            <p:cNvCxnSpPr>
              <a:stCxn id="940" idx="2"/>
              <a:endCxn id="905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2" name="Google Shape;952;p55"/>
            <p:cNvCxnSpPr>
              <a:stCxn id="938" idx="2"/>
              <a:endCxn id="934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3" name="Google Shape;953;p55"/>
            <p:cNvCxnSpPr>
              <a:stCxn id="945" idx="1"/>
              <a:endCxn id="934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" name="Google Shape;954;p55"/>
            <p:cNvCxnSpPr>
              <a:stCxn id="945" idx="3"/>
              <a:endCxn id="955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6" name="Google Shape;956;p55"/>
            <p:cNvCxnSpPr>
              <a:stCxn id="934" idx="4"/>
              <a:endCxn id="955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7" name="Google Shape;957;p55"/>
            <p:cNvCxnSpPr>
              <a:stCxn id="930" idx="5"/>
              <a:endCxn id="955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" name="Google Shape;958;p55"/>
            <p:cNvCxnSpPr>
              <a:stCxn id="945" idx="7"/>
              <a:endCxn id="938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9" name="Google Shape;959;p55"/>
            <p:cNvCxnSpPr>
              <a:stCxn id="896" idx="7"/>
              <a:endCxn id="903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0" name="Google Shape;960;p55"/>
            <p:cNvCxnSpPr>
              <a:endCxn id="945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3" name="Google Shape;873;p55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5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5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5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5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5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5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5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5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5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5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5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5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5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5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5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5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55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1" name="Google Shape;961;p55"/>
            <p:cNvCxnSpPr>
              <a:stCxn id="875" idx="2"/>
              <a:endCxn id="907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2" name="Google Shape;962;p55"/>
            <p:cNvCxnSpPr>
              <a:stCxn id="872" idx="4"/>
              <a:endCxn id="911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4" name="Google Shape;914;p55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3" name="Google Shape;963;p55"/>
            <p:cNvCxnSpPr>
              <a:stCxn id="914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4" name="Google Shape;964;p55"/>
            <p:cNvCxnSpPr>
              <a:stCxn id="914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5" name="Google Shape;965;p55"/>
            <p:cNvCxnSpPr>
              <a:stCxn id="914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6" name="Google Shape;966;p55"/>
            <p:cNvCxnSpPr>
              <a:endCxn id="872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24" name="Google Shape;924;p55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5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7" name="Google Shape;967;p55"/>
            <p:cNvCxnSpPr>
              <a:stCxn id="924" idx="1"/>
              <a:endCxn id="896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8" name="Google Shape;968;p55"/>
            <p:cNvCxnSpPr>
              <a:endCxn id="969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0" name="Google Shape;970;p55"/>
            <p:cNvCxnSpPr>
              <a:endCxn id="948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1" name="Google Shape;971;p55"/>
            <p:cNvCxnSpPr>
              <a:stCxn id="969" idx="0"/>
              <a:endCxn id="948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" name="Google Shape;972;p55"/>
            <p:cNvCxnSpPr>
              <a:stCxn id="949" idx="2"/>
              <a:endCxn id="973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4" name="Google Shape;974;p55"/>
            <p:cNvCxnSpPr>
              <a:stCxn id="969" idx="7"/>
              <a:endCxn id="973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5" name="Google Shape;975;p55"/>
            <p:cNvCxnSpPr>
              <a:endCxn id="948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" name="Google Shape;976;p55"/>
            <p:cNvCxnSpPr>
              <a:stCxn id="948" idx="6"/>
              <a:endCxn id="973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" name="Google Shape;977;p55"/>
            <p:cNvCxnSpPr>
              <a:stCxn id="978" idx="0"/>
              <a:endCxn id="973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9" name="Google Shape;979;p55"/>
            <p:cNvCxnSpPr>
              <a:stCxn id="980" idx="1"/>
              <a:endCxn id="973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p55"/>
            <p:cNvCxnSpPr>
              <a:stCxn id="980" idx="0"/>
              <a:endCxn id="942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" name="Google Shape;982;p55"/>
            <p:cNvCxnSpPr>
              <a:stCxn id="942" idx="2"/>
              <a:endCxn id="973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3" name="Google Shape;983;p55"/>
            <p:cNvCxnSpPr>
              <a:stCxn id="942" idx="7"/>
              <a:endCxn id="984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5" name="Google Shape;985;p55"/>
            <p:cNvCxnSpPr>
              <a:stCxn id="942" idx="6"/>
              <a:endCxn id="986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7" name="Google Shape;987;p55"/>
            <p:cNvCxnSpPr>
              <a:stCxn id="986" idx="7"/>
              <a:endCxn id="984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8" name="Google Shape;988;p55"/>
            <p:cNvCxnSpPr>
              <a:stCxn id="901" idx="1"/>
              <a:endCxn id="973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9" name="Google Shape;989;p55"/>
            <p:cNvCxnSpPr>
              <a:endCxn id="969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0" name="Google Shape;990;p55"/>
            <p:cNvCxnSpPr>
              <a:stCxn id="978" idx="2"/>
              <a:endCxn id="969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1" name="Google Shape;991;p55"/>
            <p:cNvCxnSpPr>
              <a:stCxn id="992" idx="0"/>
              <a:endCxn id="969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3" name="Google Shape;993;p55"/>
            <p:cNvCxnSpPr>
              <a:endCxn id="969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4" name="Google Shape;994;p55"/>
            <p:cNvCxnSpPr>
              <a:stCxn id="992" idx="2"/>
              <a:endCxn id="978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5" name="Google Shape;995;p55"/>
            <p:cNvCxnSpPr>
              <a:stCxn id="980" idx="2"/>
              <a:endCxn id="978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6" name="Google Shape;996;p55"/>
            <p:cNvCxnSpPr>
              <a:stCxn id="980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7" name="Google Shape;997;p55"/>
            <p:cNvCxnSpPr>
              <a:stCxn id="998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9" name="Google Shape;999;p55"/>
            <p:cNvCxnSpPr>
              <a:stCxn id="998" idx="2"/>
              <a:endCxn id="980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0" name="Google Shape;1000;p55"/>
            <p:cNvCxnSpPr>
              <a:stCxn id="986" idx="4"/>
              <a:endCxn id="998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1" name="Google Shape;1001;p55"/>
            <p:cNvCxnSpPr>
              <a:stCxn id="1002" idx="3"/>
              <a:endCxn id="998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3" name="Google Shape;1003;p55"/>
            <p:cNvCxnSpPr>
              <a:stCxn id="1002" idx="2"/>
              <a:endCxn id="986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4" name="Google Shape;1004;p55"/>
            <p:cNvCxnSpPr>
              <a:stCxn id="1002" idx="1"/>
              <a:endCxn id="984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5" name="Google Shape;1005;p55"/>
            <p:cNvCxnSpPr>
              <a:stCxn id="1006" idx="1"/>
              <a:endCxn id="984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7" name="Google Shape;1007;p55"/>
            <p:cNvCxnSpPr>
              <a:stCxn id="1006" idx="0"/>
              <a:endCxn id="1008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9" name="Google Shape;1009;p55"/>
            <p:cNvCxnSpPr>
              <a:stCxn id="1010" idx="0"/>
              <a:endCxn id="1011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2" name="Google Shape;1012;p55"/>
            <p:cNvCxnSpPr>
              <a:stCxn id="1013" idx="7"/>
              <a:endCxn id="1011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4" name="Google Shape;1014;p55"/>
            <p:cNvCxnSpPr>
              <a:endCxn id="1010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5" name="Google Shape;1015;p55"/>
            <p:cNvCxnSpPr>
              <a:stCxn id="1016" idx="5"/>
              <a:endCxn id="1017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8" name="Google Shape;1018;p55"/>
            <p:cNvCxnSpPr>
              <a:endCxn id="1017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9" name="Google Shape;1019;p55"/>
            <p:cNvCxnSpPr>
              <a:stCxn id="1017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0" name="Google Shape;1020;p55"/>
            <p:cNvCxnSpPr>
              <a:stCxn id="1017" idx="3"/>
              <a:endCxn id="1021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2" name="Google Shape;1022;p55"/>
            <p:cNvCxnSpPr>
              <a:stCxn id="1017" idx="1"/>
              <a:endCxn id="1006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3" name="Google Shape;1023;p55"/>
            <p:cNvCxnSpPr>
              <a:stCxn id="1010" idx="2"/>
              <a:endCxn id="1006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4" name="Google Shape;1024;p55"/>
            <p:cNvCxnSpPr>
              <a:stCxn id="1011" idx="3"/>
              <a:endCxn id="1006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5" name="Google Shape;1025;p55"/>
            <p:cNvCxnSpPr>
              <a:stCxn id="1011" idx="2"/>
              <a:endCxn id="1008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6" name="Google Shape;1026;p55"/>
            <p:cNvCxnSpPr>
              <a:stCxn id="1008" idx="1"/>
              <a:endCxn id="984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7" name="Google Shape;1027;p55"/>
            <p:cNvCxnSpPr>
              <a:stCxn id="1006" idx="2"/>
              <a:endCxn id="1002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8" name="Google Shape;1028;p55"/>
            <p:cNvCxnSpPr>
              <a:stCxn id="1021" idx="1"/>
              <a:endCxn id="1002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9" name="Google Shape;1029;p55"/>
            <p:cNvCxnSpPr>
              <a:stCxn id="1021" idx="3"/>
              <a:endCxn id="1030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1" name="Google Shape;1031;p55"/>
            <p:cNvCxnSpPr>
              <a:stCxn id="1002" idx="4"/>
              <a:endCxn id="1030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2" name="Google Shape;1032;p55"/>
            <p:cNvCxnSpPr>
              <a:stCxn id="998" idx="5"/>
              <a:endCxn id="1030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3" name="Google Shape;1033;p55"/>
            <p:cNvCxnSpPr>
              <a:stCxn id="1021" idx="7"/>
              <a:endCxn id="1006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4" name="Google Shape;1034;p55"/>
            <p:cNvCxnSpPr>
              <a:stCxn id="980" idx="7"/>
              <a:endCxn id="986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5" name="Google Shape;1035;p55"/>
            <p:cNvCxnSpPr>
              <a:endCxn id="1021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6" name="Google Shape;1036;p55"/>
            <p:cNvCxnSpPr>
              <a:stCxn id="1017" idx="7"/>
              <a:endCxn id="1010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69" name="Google Shape;969;p55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5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5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5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5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5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5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5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5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5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5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5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5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5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5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5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5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5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37" name="Google Shape;1037;p55"/>
            <p:cNvCxnSpPr>
              <a:stCxn id="992" idx="1"/>
              <a:endCxn id="980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8" name="Google Shape;1038;p55"/>
            <p:cNvCxnSpPr>
              <a:stCxn id="1039" idx="6"/>
              <a:endCxn id="1011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0" name="Google Shape;1040;p55"/>
            <p:cNvCxnSpPr>
              <a:stCxn id="1041" idx="4"/>
              <a:endCxn id="1013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2" name="Google Shape;1042;p55"/>
            <p:cNvCxnSpPr>
              <a:stCxn id="1013" idx="4"/>
              <a:endCxn id="1016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3" name="Google Shape;1043;p55"/>
            <p:cNvCxnSpPr>
              <a:stCxn id="1044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5" name="Google Shape;1045;p55"/>
            <p:cNvCxnSpPr>
              <a:stCxn id="1044" idx="0"/>
              <a:endCxn id="1016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6" name="Google Shape;1046;p55"/>
            <p:cNvCxnSpPr>
              <a:stCxn id="1047" idx="1"/>
              <a:endCxn id="1041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8" name="Google Shape;1048;p55"/>
            <p:cNvCxnSpPr>
              <a:stCxn id="1016" idx="2"/>
              <a:endCxn id="1047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9" name="Google Shape;1049;p55"/>
            <p:cNvCxnSpPr>
              <a:stCxn id="1044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0" name="Google Shape;1050;p55"/>
            <p:cNvCxnSpPr>
              <a:stCxn id="1011" idx="1"/>
              <a:endCxn id="873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1" name="Google Shape;1051;p55"/>
            <p:cNvCxnSpPr>
              <a:stCxn id="1052" idx="6"/>
              <a:endCxn id="1053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4" name="Google Shape;1054;p55"/>
            <p:cNvCxnSpPr>
              <a:stCxn id="1041" idx="7"/>
              <a:endCxn id="1052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5" name="Google Shape;1055;p55"/>
            <p:cNvCxnSpPr>
              <a:stCxn id="1041" idx="5"/>
              <a:endCxn id="1039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6" name="Google Shape;1056;p55"/>
            <p:cNvCxnSpPr>
              <a:stCxn id="1053" idx="3"/>
              <a:endCxn id="1039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7" name="Google Shape;1057;p55"/>
            <p:cNvCxnSpPr>
              <a:stCxn id="1039" idx="4"/>
              <a:endCxn id="1013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8" name="Google Shape;1058;p55"/>
            <p:cNvCxnSpPr>
              <a:stCxn id="1017" idx="2"/>
              <a:endCxn id="1044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9" name="Google Shape;1059;p55"/>
            <p:cNvCxnSpPr>
              <a:endCxn id="1044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1" name="Google Shape;1041;p55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5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5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5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5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5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5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0" name="Google Shape;1060;p55"/>
            <p:cNvCxnSpPr>
              <a:stCxn id="1013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1" name="Google Shape;1061;p55"/>
            <p:cNvCxnSpPr>
              <a:stCxn id="1052" idx="4"/>
              <a:endCxn id="1039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5" name="Google Shape;885;p55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2" name="Google Shape;1062;p55"/>
            <p:cNvCxnSpPr>
              <a:stCxn id="885" idx="3"/>
              <a:endCxn id="1008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3" name="Google Shape;1063;p55"/>
            <p:cNvCxnSpPr>
              <a:stCxn id="885" idx="2"/>
              <a:endCxn id="873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4" name="Google Shape;1064;p55"/>
            <p:cNvCxnSpPr>
              <a:stCxn id="1052" idx="7"/>
              <a:endCxn id="872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5" name="Google Shape;1065;p55"/>
            <p:cNvCxnSpPr>
              <a:endCxn id="1052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7" name="Google Shape;1047;p55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6" name="Google Shape;1066;p55"/>
            <p:cNvCxnSpPr>
              <a:stCxn id="1016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7" name="Google Shape;1067;p55"/>
            <p:cNvCxnSpPr>
              <a:stCxn id="1053" idx="6"/>
              <a:endCxn id="873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8" name="Google Shape;1068;p55"/>
            <p:cNvCxnSpPr>
              <a:stCxn id="1053" idx="5"/>
              <a:endCxn id="1011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9" name="Google Shape;1069;p55"/>
            <p:cNvCxnSpPr>
              <a:stCxn id="872" idx="0"/>
              <a:endCxn id="1053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0" name="Google Shape;1070;p55"/>
            <p:cNvCxnSpPr>
              <a:stCxn id="1013" idx="5"/>
              <a:endCxn id="1010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1" name="Google Shape;1071;p55"/>
            <p:cNvCxnSpPr>
              <a:stCxn id="1008" idx="7"/>
              <a:endCxn id="873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2" name="Google Shape;1072;p55"/>
            <p:cNvCxnSpPr>
              <a:stCxn id="881" idx="7"/>
              <a:endCxn id="885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3" name="Google Shape;1073;p55"/>
            <p:cNvCxnSpPr>
              <a:stCxn id="984" idx="7"/>
              <a:endCxn id="886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4" name="Google Shape;1074;p55"/>
            <p:cNvCxnSpPr>
              <a:stCxn id="984" idx="6"/>
              <a:endCxn id="885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5" name="Google Shape;1075;p55"/>
            <p:cNvCxnSpPr>
              <a:stCxn id="898" idx="0"/>
              <a:endCxn id="984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6" name="Google Shape;1076;p55"/>
            <p:cNvCxnSpPr>
              <a:stCxn id="901" idx="0"/>
              <a:endCxn id="949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7" name="Google Shape;1077;p55"/>
            <p:cNvCxnSpPr>
              <a:stCxn id="905" idx="0"/>
              <a:endCxn id="949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8" name="Google Shape;1078;p55"/>
            <p:cNvCxnSpPr>
              <a:stCxn id="903" idx="0"/>
              <a:endCxn id="901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9" name="Google Shape;1079;p55"/>
            <p:cNvCxnSpPr>
              <a:stCxn id="984" idx="1"/>
              <a:endCxn id="943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0" name="Google Shape;1080;p55"/>
            <p:cNvCxnSpPr>
              <a:stCxn id="898" idx="0"/>
              <a:endCxn id="943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1" name="Google Shape;1081;p55"/>
            <p:cNvCxnSpPr>
              <a:stCxn id="943" idx="7"/>
              <a:endCxn id="901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49" name="Google Shape;949;p55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5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5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2" name="Google Shape;1082;p55"/>
            <p:cNvCxnSpPr>
              <a:stCxn id="940" idx="0"/>
              <a:endCxn id="949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3" name="Google Shape;1083;p55"/>
            <p:cNvCxnSpPr>
              <a:endCxn id="940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aam slide layout">
  <p:cSld name="4_Taam slide layout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6"/>
          <p:cNvSpPr/>
          <p:nvPr/>
        </p:nvSpPr>
        <p:spPr>
          <a:xfrm flipH="1" rot="10800000">
            <a:off x="0" y="-7184"/>
            <a:ext cx="12192000" cy="28488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56"/>
          <p:cNvSpPr/>
          <p:nvPr/>
        </p:nvSpPr>
        <p:spPr>
          <a:xfrm>
            <a:off x="3582255" y="1676990"/>
            <a:ext cx="2340000" cy="2340000"/>
          </a:xfrm>
          <a:prstGeom prst="blockArc">
            <a:avLst>
              <a:gd fmla="val 10800000" name="adj1"/>
              <a:gd fmla="val 28362" name="adj2"/>
              <a:gd fmla="val 561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56"/>
          <p:cNvSpPr/>
          <p:nvPr/>
        </p:nvSpPr>
        <p:spPr>
          <a:xfrm>
            <a:off x="6271299" y="1676990"/>
            <a:ext cx="2340000" cy="2340000"/>
          </a:xfrm>
          <a:prstGeom prst="blockArc">
            <a:avLst>
              <a:gd fmla="val 10800000" name="adj1"/>
              <a:gd fmla="val 21570952" name="adj2"/>
              <a:gd fmla="val 52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56"/>
          <p:cNvSpPr/>
          <p:nvPr/>
        </p:nvSpPr>
        <p:spPr>
          <a:xfrm>
            <a:off x="8960343" y="1676990"/>
            <a:ext cx="2340000" cy="2340000"/>
          </a:xfrm>
          <a:prstGeom prst="blockArc">
            <a:avLst>
              <a:gd fmla="val 10800000" name="adj1"/>
              <a:gd fmla="val 21570209" name="adj2"/>
              <a:gd fmla="val 6362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6"/>
          <p:cNvSpPr/>
          <p:nvPr/>
        </p:nvSpPr>
        <p:spPr>
          <a:xfrm>
            <a:off x="893211" y="1676990"/>
            <a:ext cx="2340000" cy="2340000"/>
          </a:xfrm>
          <a:prstGeom prst="blockArc">
            <a:avLst>
              <a:gd fmla="val 10800000" name="adj1"/>
              <a:gd fmla="val 21599540" name="adj2"/>
              <a:gd fmla="val 5247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0" name="Google Shape;1090;p56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1091" name="Google Shape;1091;p56"/>
            <p:cNvCxnSpPr>
              <a:stCxn id="1092" idx="7"/>
              <a:endCxn id="1093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" name="Google Shape;1094;p56"/>
            <p:cNvCxnSpPr>
              <a:stCxn id="1093" idx="4"/>
              <a:endCxn id="1095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6" name="Google Shape;1096;p56"/>
            <p:cNvCxnSpPr>
              <a:stCxn id="1097" idx="2"/>
              <a:endCxn id="1098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9" name="Google Shape;1099;p56"/>
            <p:cNvCxnSpPr>
              <a:stCxn id="1095" idx="5"/>
              <a:endCxn id="1097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0" name="Google Shape;1100;p56"/>
            <p:cNvCxnSpPr>
              <a:stCxn id="1093" idx="5"/>
              <a:endCxn id="1101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2" name="Google Shape;1102;p56"/>
            <p:cNvCxnSpPr>
              <a:stCxn id="1097" idx="0"/>
              <a:endCxn id="1101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3" name="Google Shape;1103;p56"/>
            <p:cNvCxnSpPr>
              <a:stCxn id="1095" idx="3"/>
              <a:endCxn id="1098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4" name="Google Shape;1104;p56"/>
            <p:cNvCxnSpPr>
              <a:stCxn id="1105" idx="7"/>
              <a:endCxn id="1106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7" name="Google Shape;1107;p56"/>
            <p:cNvCxnSpPr>
              <a:stCxn id="1097" idx="7"/>
              <a:endCxn id="1106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8" name="Google Shape;1108;p56"/>
            <p:cNvCxnSpPr>
              <a:stCxn id="1109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0" name="Google Shape;1110;p56"/>
            <p:cNvCxnSpPr>
              <a:stCxn id="1095" idx="6"/>
              <a:endCxn id="1101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1" name="Google Shape;1111;p56"/>
            <p:cNvCxnSpPr>
              <a:stCxn id="1109" idx="0"/>
              <a:endCxn id="1098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2" name="Google Shape;1112;p56"/>
            <p:cNvCxnSpPr>
              <a:stCxn id="1101" idx="6"/>
              <a:endCxn id="1106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3" name="Google Shape;1113;p56"/>
            <p:cNvCxnSpPr>
              <a:stCxn id="1114" idx="0"/>
              <a:endCxn id="1106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5" name="Google Shape;1115;p56"/>
            <p:cNvCxnSpPr>
              <a:stCxn id="1116" idx="1"/>
              <a:endCxn id="1106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7" name="Google Shape;1117;p56"/>
            <p:cNvCxnSpPr>
              <a:stCxn id="1116" idx="0"/>
              <a:endCxn id="1118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9" name="Google Shape;1119;p56"/>
            <p:cNvCxnSpPr>
              <a:stCxn id="1118" idx="2"/>
              <a:endCxn id="1106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0" name="Google Shape;1120;p56"/>
            <p:cNvCxnSpPr>
              <a:stCxn id="1118" idx="7"/>
              <a:endCxn id="1121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2" name="Google Shape;1122;p56"/>
            <p:cNvCxnSpPr>
              <a:stCxn id="1118" idx="6"/>
              <a:endCxn id="1123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4" name="Google Shape;1124;p56"/>
            <p:cNvCxnSpPr>
              <a:stCxn id="1123" idx="7"/>
              <a:endCxn id="1125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6" name="Google Shape;1126;p56"/>
            <p:cNvCxnSpPr>
              <a:stCxn id="1127" idx="0"/>
              <a:endCxn id="1093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8" name="Google Shape;1128;p56"/>
            <p:cNvCxnSpPr>
              <a:stCxn id="1098" idx="2"/>
              <a:endCxn id="1127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9" name="Google Shape;1129;p56"/>
            <p:cNvCxnSpPr>
              <a:stCxn id="1109" idx="1"/>
              <a:endCxn id="1127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0" name="Google Shape;1130;p56"/>
            <p:cNvCxnSpPr>
              <a:stCxn id="1131" idx="7"/>
              <a:endCxn id="1127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2" name="Google Shape;1132;p56"/>
            <p:cNvCxnSpPr>
              <a:stCxn id="1092" idx="6"/>
              <a:endCxn id="1127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3" name="Google Shape;1133;p56"/>
            <p:cNvCxnSpPr>
              <a:stCxn id="1134" idx="7"/>
              <a:endCxn id="1092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5" name="Google Shape;1135;p56"/>
            <p:cNvCxnSpPr>
              <a:stCxn id="1134" idx="6"/>
              <a:endCxn id="1131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6" name="Google Shape;1136;p56"/>
            <p:cNvCxnSpPr>
              <a:stCxn id="1134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7" name="Google Shape;1137;p56"/>
            <p:cNvCxnSpPr>
              <a:stCxn id="1131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8" name="Google Shape;1138;p56"/>
            <p:cNvCxnSpPr>
              <a:stCxn id="1131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39" name="Google Shape;1139;p56"/>
            <p:cNvCxnSpPr>
              <a:stCxn id="1109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0" name="Google Shape;1140;p56"/>
            <p:cNvCxnSpPr>
              <a:stCxn id="1131" idx="6"/>
              <a:endCxn id="1109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1" name="Google Shape;1141;p56"/>
            <p:cNvCxnSpPr>
              <a:stCxn id="1109" idx="6"/>
              <a:endCxn id="1097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2" name="Google Shape;1142;p56"/>
            <p:cNvCxnSpPr>
              <a:stCxn id="1114" idx="2"/>
              <a:endCxn id="1097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3" name="Google Shape;1143;p56"/>
            <p:cNvCxnSpPr>
              <a:stCxn id="1144" idx="0"/>
              <a:endCxn id="1097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5" name="Google Shape;1145;p56"/>
            <p:cNvCxnSpPr>
              <a:endCxn id="1097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6" name="Google Shape;1146;p56"/>
            <p:cNvCxnSpPr>
              <a:stCxn id="1144" idx="2"/>
              <a:endCxn id="1114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7" name="Google Shape;1147;p56"/>
            <p:cNvCxnSpPr>
              <a:stCxn id="1116" idx="2"/>
              <a:endCxn id="1114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8" name="Google Shape;1148;p56"/>
            <p:cNvCxnSpPr>
              <a:stCxn id="1116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9" name="Google Shape;1149;p56"/>
            <p:cNvCxnSpPr>
              <a:stCxn id="1150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1" name="Google Shape;1151;p56"/>
            <p:cNvCxnSpPr>
              <a:stCxn id="1150" idx="2"/>
              <a:endCxn id="1116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2" name="Google Shape;1152;p56"/>
            <p:cNvCxnSpPr>
              <a:stCxn id="1123" idx="4"/>
              <a:endCxn id="1150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3" name="Google Shape;1153;p56"/>
            <p:cNvCxnSpPr>
              <a:stCxn id="1154" idx="3"/>
              <a:endCxn id="1150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5" name="Google Shape;1155;p56"/>
            <p:cNvCxnSpPr>
              <a:stCxn id="1154" idx="2"/>
              <a:endCxn id="1123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6" name="Google Shape;1156;p56"/>
            <p:cNvCxnSpPr>
              <a:stCxn id="1154" idx="1"/>
              <a:endCxn id="1125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7" name="Google Shape;1157;p56"/>
            <p:cNvCxnSpPr>
              <a:stCxn id="1158" idx="1"/>
              <a:endCxn id="1125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9" name="Google Shape;1159;p56"/>
            <p:cNvCxnSpPr>
              <a:stCxn id="1158" idx="0"/>
              <a:endCxn id="1160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1" name="Google Shape;1161;p56"/>
            <p:cNvCxnSpPr>
              <a:stCxn id="1162" idx="7"/>
              <a:endCxn id="1163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4" name="Google Shape;1164;p56"/>
            <p:cNvCxnSpPr>
              <a:endCxn id="1165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6" name="Google Shape;1166;p56"/>
            <p:cNvCxnSpPr>
              <a:stCxn id="1162" idx="0"/>
              <a:endCxn id="1121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67" name="Google Shape;1167;p56"/>
            <p:cNvCxnSpPr>
              <a:stCxn id="1168" idx="0"/>
              <a:endCxn id="1169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0" name="Google Shape;1170;p56"/>
            <p:cNvCxnSpPr>
              <a:stCxn id="1168" idx="1"/>
              <a:endCxn id="1160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1" name="Google Shape;1171;p56"/>
            <p:cNvCxnSpPr>
              <a:stCxn id="1160" idx="2"/>
              <a:endCxn id="1125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2" name="Google Shape;1172;p56"/>
            <p:cNvCxnSpPr>
              <a:stCxn id="1158" idx="2"/>
              <a:endCxn id="1154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3" name="Google Shape;1173;p56"/>
            <p:cNvCxnSpPr>
              <a:stCxn id="1165" idx="1"/>
              <a:endCxn id="1154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4" name="Google Shape;1174;p56"/>
            <p:cNvCxnSpPr>
              <a:stCxn id="1165" idx="3"/>
              <a:endCxn id="1175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6" name="Google Shape;1176;p56"/>
            <p:cNvCxnSpPr>
              <a:stCxn id="1154" idx="4"/>
              <a:endCxn id="1175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7" name="Google Shape;1177;p56"/>
            <p:cNvCxnSpPr>
              <a:stCxn id="1150" idx="5"/>
              <a:endCxn id="1175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8" name="Google Shape;1178;p56"/>
            <p:cNvCxnSpPr>
              <a:stCxn id="1165" idx="7"/>
              <a:endCxn id="1158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9" name="Google Shape;1179;p56"/>
            <p:cNvCxnSpPr>
              <a:stCxn id="1116" idx="7"/>
              <a:endCxn id="1123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0" name="Google Shape;1180;p56"/>
            <p:cNvCxnSpPr>
              <a:endCxn id="1165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3" name="Google Shape;1093;p56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6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6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6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6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6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6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6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6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6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6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6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6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6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6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56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6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6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6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6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1" name="Google Shape;1181;p56"/>
            <p:cNvCxnSpPr>
              <a:stCxn id="1095" idx="2"/>
              <a:endCxn id="1127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2" name="Google Shape;1182;p56"/>
            <p:cNvCxnSpPr>
              <a:stCxn id="1092" idx="4"/>
              <a:endCxn id="1131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34" name="Google Shape;1134;p56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3" name="Google Shape;1183;p56"/>
            <p:cNvCxnSpPr>
              <a:stCxn id="1134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4" name="Google Shape;1184;p56"/>
            <p:cNvCxnSpPr>
              <a:stCxn id="1134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5" name="Google Shape;1185;p56"/>
            <p:cNvCxnSpPr>
              <a:stCxn id="1134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6" name="Google Shape;1186;p56"/>
            <p:cNvCxnSpPr>
              <a:endCxn id="1092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44" name="Google Shape;1144;p56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6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7" name="Google Shape;1187;p56"/>
            <p:cNvCxnSpPr>
              <a:stCxn id="1144" idx="1"/>
              <a:endCxn id="1116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8" name="Google Shape;1188;p56"/>
            <p:cNvCxnSpPr>
              <a:endCxn id="1189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0" name="Google Shape;1190;p56"/>
            <p:cNvCxnSpPr>
              <a:endCxn id="1168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1" name="Google Shape;1191;p56"/>
            <p:cNvCxnSpPr>
              <a:stCxn id="1189" idx="0"/>
              <a:endCxn id="1168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2" name="Google Shape;1192;p56"/>
            <p:cNvCxnSpPr>
              <a:stCxn id="1169" idx="2"/>
              <a:endCxn id="1193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4" name="Google Shape;1194;p56"/>
            <p:cNvCxnSpPr>
              <a:stCxn id="1189" idx="7"/>
              <a:endCxn id="1193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5" name="Google Shape;1195;p56"/>
            <p:cNvCxnSpPr>
              <a:endCxn id="1168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6" name="Google Shape;1196;p56"/>
            <p:cNvCxnSpPr>
              <a:stCxn id="1168" idx="6"/>
              <a:endCxn id="1193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7" name="Google Shape;1197;p56"/>
            <p:cNvCxnSpPr>
              <a:stCxn id="1198" idx="0"/>
              <a:endCxn id="1193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56"/>
            <p:cNvCxnSpPr>
              <a:stCxn id="1200" idx="1"/>
              <a:endCxn id="1193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1" name="Google Shape;1201;p56"/>
            <p:cNvCxnSpPr>
              <a:stCxn id="1200" idx="0"/>
              <a:endCxn id="1162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2" name="Google Shape;1202;p56"/>
            <p:cNvCxnSpPr>
              <a:stCxn id="1162" idx="2"/>
              <a:endCxn id="1193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3" name="Google Shape;1203;p56"/>
            <p:cNvCxnSpPr>
              <a:stCxn id="1162" idx="7"/>
              <a:endCxn id="1204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5" name="Google Shape;1205;p56"/>
            <p:cNvCxnSpPr>
              <a:stCxn id="1162" idx="6"/>
              <a:endCxn id="1206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56"/>
            <p:cNvCxnSpPr>
              <a:stCxn id="1206" idx="7"/>
              <a:endCxn id="1204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8" name="Google Shape;1208;p56"/>
            <p:cNvCxnSpPr>
              <a:stCxn id="1121" idx="1"/>
              <a:endCxn id="1193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9" name="Google Shape;1209;p56"/>
            <p:cNvCxnSpPr>
              <a:endCxn id="1189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0" name="Google Shape;1210;p56"/>
            <p:cNvCxnSpPr>
              <a:stCxn id="1198" idx="2"/>
              <a:endCxn id="1189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56"/>
            <p:cNvCxnSpPr>
              <a:stCxn id="1212" idx="0"/>
              <a:endCxn id="1189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3" name="Google Shape;1213;p56"/>
            <p:cNvCxnSpPr>
              <a:endCxn id="1189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4" name="Google Shape;1214;p56"/>
            <p:cNvCxnSpPr>
              <a:stCxn id="1212" idx="2"/>
              <a:endCxn id="1198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5" name="Google Shape;1215;p56"/>
            <p:cNvCxnSpPr>
              <a:stCxn id="1200" idx="2"/>
              <a:endCxn id="1198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6" name="Google Shape;1216;p56"/>
            <p:cNvCxnSpPr>
              <a:stCxn id="1200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7" name="Google Shape;1217;p56"/>
            <p:cNvCxnSpPr>
              <a:stCxn id="1218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9" name="Google Shape;1219;p56"/>
            <p:cNvCxnSpPr>
              <a:stCxn id="1218" idx="2"/>
              <a:endCxn id="1200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0" name="Google Shape;1220;p56"/>
            <p:cNvCxnSpPr>
              <a:stCxn id="1206" idx="4"/>
              <a:endCxn id="1218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1" name="Google Shape;1221;p56"/>
            <p:cNvCxnSpPr>
              <a:stCxn id="1222" idx="3"/>
              <a:endCxn id="1218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3" name="Google Shape;1223;p56"/>
            <p:cNvCxnSpPr>
              <a:stCxn id="1222" idx="2"/>
              <a:endCxn id="1206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56"/>
            <p:cNvCxnSpPr>
              <a:stCxn id="1222" idx="1"/>
              <a:endCxn id="1204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5" name="Google Shape;1225;p56"/>
            <p:cNvCxnSpPr>
              <a:stCxn id="1226" idx="1"/>
              <a:endCxn id="1204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7" name="Google Shape;1227;p56"/>
            <p:cNvCxnSpPr>
              <a:stCxn id="1226" idx="0"/>
              <a:endCxn id="1228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9" name="Google Shape;1229;p56"/>
            <p:cNvCxnSpPr>
              <a:stCxn id="1230" idx="0"/>
              <a:endCxn id="1231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2" name="Google Shape;1232;p56"/>
            <p:cNvCxnSpPr>
              <a:stCxn id="1233" idx="7"/>
              <a:endCxn id="1231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4" name="Google Shape;1234;p56"/>
            <p:cNvCxnSpPr>
              <a:endCxn id="1230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5" name="Google Shape;1235;p56"/>
            <p:cNvCxnSpPr>
              <a:stCxn id="1236" idx="5"/>
              <a:endCxn id="1237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8" name="Google Shape;1238;p56"/>
            <p:cNvCxnSpPr>
              <a:endCxn id="1237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9" name="Google Shape;1239;p56"/>
            <p:cNvCxnSpPr>
              <a:stCxn id="1237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0" name="Google Shape;1240;p56"/>
            <p:cNvCxnSpPr>
              <a:stCxn id="1237" idx="3"/>
              <a:endCxn id="1241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2" name="Google Shape;1242;p56"/>
            <p:cNvCxnSpPr>
              <a:stCxn id="1237" idx="1"/>
              <a:endCxn id="1226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3" name="Google Shape;1243;p56"/>
            <p:cNvCxnSpPr>
              <a:stCxn id="1230" idx="2"/>
              <a:endCxn id="1226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4" name="Google Shape;1244;p56"/>
            <p:cNvCxnSpPr>
              <a:stCxn id="1231" idx="3"/>
              <a:endCxn id="1226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5" name="Google Shape;1245;p56"/>
            <p:cNvCxnSpPr>
              <a:stCxn id="1231" idx="2"/>
              <a:endCxn id="1228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6" name="Google Shape;1246;p56"/>
            <p:cNvCxnSpPr>
              <a:stCxn id="1228" idx="1"/>
              <a:endCxn id="1204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7" name="Google Shape;1247;p56"/>
            <p:cNvCxnSpPr>
              <a:stCxn id="1226" idx="2"/>
              <a:endCxn id="1222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8" name="Google Shape;1248;p56"/>
            <p:cNvCxnSpPr>
              <a:stCxn id="1241" idx="1"/>
              <a:endCxn id="1222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9" name="Google Shape;1249;p56"/>
            <p:cNvCxnSpPr>
              <a:stCxn id="1241" idx="3"/>
              <a:endCxn id="1250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1" name="Google Shape;1251;p56"/>
            <p:cNvCxnSpPr>
              <a:stCxn id="1222" idx="4"/>
              <a:endCxn id="1250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2" name="Google Shape;1252;p56"/>
            <p:cNvCxnSpPr>
              <a:stCxn id="1218" idx="5"/>
              <a:endCxn id="1250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3" name="Google Shape;1253;p56"/>
            <p:cNvCxnSpPr>
              <a:stCxn id="1241" idx="7"/>
              <a:endCxn id="1226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4" name="Google Shape;1254;p56"/>
            <p:cNvCxnSpPr>
              <a:stCxn id="1200" idx="7"/>
              <a:endCxn id="1206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5" name="Google Shape;1255;p56"/>
            <p:cNvCxnSpPr>
              <a:endCxn id="1241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6" name="Google Shape;1256;p56"/>
            <p:cNvCxnSpPr>
              <a:stCxn id="1237" idx="7"/>
              <a:endCxn id="1230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89" name="Google Shape;1189;p56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6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6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6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6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6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6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6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56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6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6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6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6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56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6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6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6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6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7" name="Google Shape;1257;p56"/>
            <p:cNvCxnSpPr>
              <a:stCxn id="1212" idx="1"/>
              <a:endCxn id="1200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8" name="Google Shape;1258;p56"/>
            <p:cNvCxnSpPr>
              <a:stCxn id="1259" idx="6"/>
              <a:endCxn id="1231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0" name="Google Shape;1260;p56"/>
            <p:cNvCxnSpPr>
              <a:stCxn id="1261" idx="4"/>
              <a:endCxn id="1233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2" name="Google Shape;1262;p56"/>
            <p:cNvCxnSpPr>
              <a:stCxn id="1233" idx="4"/>
              <a:endCxn id="1236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3" name="Google Shape;1263;p56"/>
            <p:cNvCxnSpPr>
              <a:stCxn id="1264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5" name="Google Shape;1265;p56"/>
            <p:cNvCxnSpPr>
              <a:stCxn id="1264" idx="0"/>
              <a:endCxn id="1236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6" name="Google Shape;1266;p56"/>
            <p:cNvCxnSpPr>
              <a:stCxn id="1267" idx="1"/>
              <a:endCxn id="1261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8" name="Google Shape;1268;p56"/>
            <p:cNvCxnSpPr>
              <a:stCxn id="1236" idx="2"/>
              <a:endCxn id="1267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9" name="Google Shape;1269;p56"/>
            <p:cNvCxnSpPr>
              <a:stCxn id="1264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0" name="Google Shape;1270;p56"/>
            <p:cNvCxnSpPr>
              <a:stCxn id="1231" idx="1"/>
              <a:endCxn id="1093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1" name="Google Shape;1271;p56"/>
            <p:cNvCxnSpPr>
              <a:stCxn id="1272" idx="6"/>
              <a:endCxn id="1273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4" name="Google Shape;1274;p56"/>
            <p:cNvCxnSpPr>
              <a:stCxn id="1261" idx="7"/>
              <a:endCxn id="1272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5" name="Google Shape;1275;p56"/>
            <p:cNvCxnSpPr>
              <a:stCxn id="1261" idx="5"/>
              <a:endCxn id="1259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6" name="Google Shape;1276;p56"/>
            <p:cNvCxnSpPr>
              <a:stCxn id="1273" idx="3"/>
              <a:endCxn id="1259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7" name="Google Shape;1277;p56"/>
            <p:cNvCxnSpPr>
              <a:stCxn id="1259" idx="4"/>
              <a:endCxn id="1233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8" name="Google Shape;1278;p56"/>
            <p:cNvCxnSpPr>
              <a:stCxn id="1237" idx="2"/>
              <a:endCxn id="1264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9" name="Google Shape;1279;p56"/>
            <p:cNvCxnSpPr>
              <a:endCxn id="1264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61" name="Google Shape;1261;p56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6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6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6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6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6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6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0" name="Google Shape;1280;p56"/>
            <p:cNvCxnSpPr>
              <a:stCxn id="1233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1" name="Google Shape;1281;p56"/>
            <p:cNvCxnSpPr>
              <a:stCxn id="1272" idx="4"/>
              <a:endCxn id="1259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05" name="Google Shape;1105;p56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2" name="Google Shape;1282;p56"/>
            <p:cNvCxnSpPr>
              <a:stCxn id="1105" idx="3"/>
              <a:endCxn id="1228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3" name="Google Shape;1283;p56"/>
            <p:cNvCxnSpPr>
              <a:stCxn id="1105" idx="2"/>
              <a:endCxn id="1093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4" name="Google Shape;1284;p56"/>
            <p:cNvCxnSpPr>
              <a:stCxn id="1272" idx="7"/>
              <a:endCxn id="1092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5" name="Google Shape;1285;p56"/>
            <p:cNvCxnSpPr>
              <a:endCxn id="1272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67" name="Google Shape;1267;p56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6" name="Google Shape;1286;p56"/>
            <p:cNvCxnSpPr>
              <a:stCxn id="1236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7" name="Google Shape;1287;p56"/>
            <p:cNvCxnSpPr>
              <a:stCxn id="1273" idx="6"/>
              <a:endCxn id="1093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8" name="Google Shape;1288;p56"/>
            <p:cNvCxnSpPr>
              <a:stCxn id="1273" idx="5"/>
              <a:endCxn id="1231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9" name="Google Shape;1289;p56"/>
            <p:cNvCxnSpPr>
              <a:stCxn id="1092" idx="0"/>
              <a:endCxn id="1273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0" name="Google Shape;1290;p56"/>
            <p:cNvCxnSpPr>
              <a:stCxn id="1233" idx="5"/>
              <a:endCxn id="1230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1" name="Google Shape;1291;p56"/>
            <p:cNvCxnSpPr>
              <a:stCxn id="1228" idx="7"/>
              <a:endCxn id="1093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2" name="Google Shape;1292;p56"/>
            <p:cNvCxnSpPr>
              <a:stCxn id="1101" idx="7"/>
              <a:endCxn id="1105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3" name="Google Shape;1293;p56"/>
            <p:cNvCxnSpPr>
              <a:stCxn id="1204" idx="7"/>
              <a:endCxn id="1106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4" name="Google Shape;1294;p56"/>
            <p:cNvCxnSpPr>
              <a:stCxn id="1204" idx="6"/>
              <a:endCxn id="1105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5" name="Google Shape;1295;p56"/>
            <p:cNvCxnSpPr>
              <a:stCxn id="1118" idx="0"/>
              <a:endCxn id="1204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6" name="Google Shape;1296;p56"/>
            <p:cNvCxnSpPr>
              <a:stCxn id="1121" idx="0"/>
              <a:endCxn id="1169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7" name="Google Shape;1297;p56"/>
            <p:cNvCxnSpPr>
              <a:stCxn id="1125" idx="0"/>
              <a:endCxn id="1169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8" name="Google Shape;1298;p56"/>
            <p:cNvCxnSpPr>
              <a:stCxn id="1123" idx="0"/>
              <a:endCxn id="1121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9" name="Google Shape;1299;p56"/>
            <p:cNvCxnSpPr>
              <a:stCxn id="1204" idx="1"/>
              <a:endCxn id="1163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0" name="Google Shape;1300;p56"/>
            <p:cNvCxnSpPr>
              <a:stCxn id="1118" idx="0"/>
              <a:endCxn id="1163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1" name="Google Shape;1301;p56"/>
            <p:cNvCxnSpPr>
              <a:stCxn id="1163" idx="7"/>
              <a:endCxn id="1121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69" name="Google Shape;1169;p56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6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6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2" name="Google Shape;1302;p56"/>
            <p:cNvCxnSpPr>
              <a:stCxn id="1160" idx="0"/>
              <a:endCxn id="1169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3" name="Google Shape;1303;p56"/>
            <p:cNvCxnSpPr>
              <a:endCxn id="1160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04" name="Google Shape;1304;p56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5" name="Google Shape;1305;p56"/>
          <p:cNvSpPr/>
          <p:nvPr>
            <p:ph idx="2" type="pic"/>
          </p:nvPr>
        </p:nvSpPr>
        <p:spPr>
          <a:xfrm>
            <a:off x="1073211" y="1838990"/>
            <a:ext cx="1980000" cy="1980000"/>
          </a:xfrm>
          <a:prstGeom prst="ellipse">
            <a:avLst/>
          </a:prstGeom>
          <a:solidFill>
            <a:srgbClr val="F2F2F2"/>
          </a:solidFill>
          <a:ln cap="flat" cmpd="sng" w="9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p56"/>
          <p:cNvSpPr/>
          <p:nvPr>
            <p:ph idx="3" type="pic"/>
          </p:nvPr>
        </p:nvSpPr>
        <p:spPr>
          <a:xfrm>
            <a:off x="3762255" y="1838990"/>
            <a:ext cx="1980000" cy="1980000"/>
          </a:xfrm>
          <a:prstGeom prst="ellipse">
            <a:avLst/>
          </a:prstGeom>
          <a:solidFill>
            <a:srgbClr val="F2F2F2"/>
          </a:solidFill>
          <a:ln cap="flat" cmpd="sng" w="9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7" name="Google Shape;1307;p56"/>
          <p:cNvSpPr/>
          <p:nvPr>
            <p:ph idx="4" type="pic"/>
          </p:nvPr>
        </p:nvSpPr>
        <p:spPr>
          <a:xfrm>
            <a:off x="6451299" y="1838990"/>
            <a:ext cx="1980000" cy="1980000"/>
          </a:xfrm>
          <a:prstGeom prst="ellipse">
            <a:avLst/>
          </a:prstGeom>
          <a:solidFill>
            <a:srgbClr val="F2F2F2"/>
          </a:solidFill>
          <a:ln cap="flat" cmpd="sng" w="9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8" name="Google Shape;1308;p56"/>
          <p:cNvSpPr/>
          <p:nvPr>
            <p:ph idx="5" type="pic"/>
          </p:nvPr>
        </p:nvSpPr>
        <p:spPr>
          <a:xfrm>
            <a:off x="9140343" y="1838990"/>
            <a:ext cx="1980000" cy="1980000"/>
          </a:xfrm>
          <a:prstGeom prst="ellipse">
            <a:avLst/>
          </a:prstGeom>
          <a:solidFill>
            <a:srgbClr val="F2F2F2"/>
          </a:solidFill>
          <a:ln cap="flat" cmpd="sng" w="95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s slide layout">
  <p:cSld name="1_Contents slide layout"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57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11" name="Google Shape;1311;p57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1312" name="Google Shape;1312;p57"/>
            <p:cNvCxnSpPr>
              <a:stCxn id="1313" idx="7"/>
              <a:endCxn id="1314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5" name="Google Shape;1315;p57"/>
            <p:cNvCxnSpPr>
              <a:stCxn id="1314" idx="4"/>
              <a:endCxn id="1316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7" name="Google Shape;1317;p57"/>
            <p:cNvCxnSpPr>
              <a:stCxn id="1318" idx="2"/>
              <a:endCxn id="1319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0" name="Google Shape;1320;p57"/>
            <p:cNvCxnSpPr>
              <a:stCxn id="1316" idx="5"/>
              <a:endCxn id="1318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1" name="Google Shape;1321;p57"/>
            <p:cNvCxnSpPr>
              <a:stCxn id="1314" idx="5"/>
              <a:endCxn id="1322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3" name="Google Shape;1323;p57"/>
            <p:cNvCxnSpPr>
              <a:stCxn id="1318" idx="0"/>
              <a:endCxn id="1322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4" name="Google Shape;1324;p57"/>
            <p:cNvCxnSpPr>
              <a:stCxn id="1316" idx="3"/>
              <a:endCxn id="1319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5" name="Google Shape;1325;p57"/>
            <p:cNvCxnSpPr>
              <a:stCxn id="1326" idx="7"/>
              <a:endCxn id="1327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8" name="Google Shape;1328;p57"/>
            <p:cNvCxnSpPr>
              <a:stCxn id="1318" idx="7"/>
              <a:endCxn id="1327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9" name="Google Shape;1329;p57"/>
            <p:cNvCxnSpPr>
              <a:stCxn id="1330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1" name="Google Shape;1331;p57"/>
            <p:cNvCxnSpPr>
              <a:stCxn id="1316" idx="6"/>
              <a:endCxn id="1322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2" name="Google Shape;1332;p57"/>
            <p:cNvCxnSpPr>
              <a:stCxn id="1330" idx="0"/>
              <a:endCxn id="1319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3" name="Google Shape;1333;p57"/>
            <p:cNvCxnSpPr>
              <a:stCxn id="1322" idx="6"/>
              <a:endCxn id="1327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4" name="Google Shape;1334;p57"/>
            <p:cNvCxnSpPr>
              <a:stCxn id="1335" idx="0"/>
              <a:endCxn id="1327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6" name="Google Shape;1336;p57"/>
            <p:cNvCxnSpPr>
              <a:stCxn id="1337" idx="1"/>
              <a:endCxn id="1327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8" name="Google Shape;1338;p57"/>
            <p:cNvCxnSpPr>
              <a:stCxn id="1337" idx="0"/>
              <a:endCxn id="1339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0" name="Google Shape;1340;p57"/>
            <p:cNvCxnSpPr>
              <a:stCxn id="1339" idx="2"/>
              <a:endCxn id="1327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1" name="Google Shape;1341;p57"/>
            <p:cNvCxnSpPr>
              <a:stCxn id="1339" idx="7"/>
              <a:endCxn id="1342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3" name="Google Shape;1343;p57"/>
            <p:cNvCxnSpPr>
              <a:stCxn id="1339" idx="6"/>
              <a:endCxn id="1344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5" name="Google Shape;1345;p57"/>
            <p:cNvCxnSpPr>
              <a:stCxn id="1344" idx="7"/>
              <a:endCxn id="1346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7" name="Google Shape;1347;p57"/>
            <p:cNvCxnSpPr>
              <a:stCxn id="1348" idx="0"/>
              <a:endCxn id="1314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9" name="Google Shape;1349;p57"/>
            <p:cNvCxnSpPr>
              <a:stCxn id="1319" idx="2"/>
              <a:endCxn id="1348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0" name="Google Shape;1350;p57"/>
            <p:cNvCxnSpPr>
              <a:stCxn id="1330" idx="1"/>
              <a:endCxn id="1348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1" name="Google Shape;1351;p57"/>
            <p:cNvCxnSpPr>
              <a:stCxn id="1352" idx="7"/>
              <a:endCxn id="1348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3" name="Google Shape;1353;p57"/>
            <p:cNvCxnSpPr>
              <a:stCxn id="1313" idx="6"/>
              <a:endCxn id="1348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4" name="Google Shape;1354;p57"/>
            <p:cNvCxnSpPr>
              <a:stCxn id="1355" idx="7"/>
              <a:endCxn id="1313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6" name="Google Shape;1356;p57"/>
            <p:cNvCxnSpPr>
              <a:stCxn id="1355" idx="6"/>
              <a:endCxn id="1352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7" name="Google Shape;1357;p57"/>
            <p:cNvCxnSpPr>
              <a:stCxn id="1355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8" name="Google Shape;1358;p57"/>
            <p:cNvCxnSpPr>
              <a:stCxn id="1352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9" name="Google Shape;1359;p57"/>
            <p:cNvCxnSpPr>
              <a:stCxn id="1352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0" name="Google Shape;1360;p57"/>
            <p:cNvCxnSpPr>
              <a:stCxn id="1330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1" name="Google Shape;1361;p57"/>
            <p:cNvCxnSpPr>
              <a:stCxn id="1352" idx="6"/>
              <a:endCxn id="1330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2" name="Google Shape;1362;p57"/>
            <p:cNvCxnSpPr>
              <a:stCxn id="1330" idx="6"/>
              <a:endCxn id="1318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3" name="Google Shape;1363;p57"/>
            <p:cNvCxnSpPr>
              <a:stCxn id="1335" idx="2"/>
              <a:endCxn id="1318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4" name="Google Shape;1364;p57"/>
            <p:cNvCxnSpPr>
              <a:stCxn id="1365" idx="0"/>
              <a:endCxn id="1318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6" name="Google Shape;1366;p57"/>
            <p:cNvCxnSpPr>
              <a:endCxn id="1318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7" name="Google Shape;1367;p57"/>
            <p:cNvCxnSpPr>
              <a:stCxn id="1365" idx="2"/>
              <a:endCxn id="1335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8" name="Google Shape;1368;p57"/>
            <p:cNvCxnSpPr>
              <a:stCxn id="1337" idx="2"/>
              <a:endCxn id="1335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9" name="Google Shape;1369;p57"/>
            <p:cNvCxnSpPr>
              <a:stCxn id="1337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0" name="Google Shape;1370;p57"/>
            <p:cNvCxnSpPr>
              <a:stCxn id="1371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2" name="Google Shape;1372;p57"/>
            <p:cNvCxnSpPr>
              <a:stCxn id="1371" idx="2"/>
              <a:endCxn id="1337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3" name="Google Shape;1373;p57"/>
            <p:cNvCxnSpPr>
              <a:stCxn id="1344" idx="4"/>
              <a:endCxn id="1371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4" name="Google Shape;1374;p57"/>
            <p:cNvCxnSpPr>
              <a:stCxn id="1375" idx="3"/>
              <a:endCxn id="1371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6" name="Google Shape;1376;p57"/>
            <p:cNvCxnSpPr>
              <a:stCxn id="1375" idx="2"/>
              <a:endCxn id="1344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7" name="Google Shape;1377;p57"/>
            <p:cNvCxnSpPr>
              <a:stCxn id="1375" idx="1"/>
              <a:endCxn id="1346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8" name="Google Shape;1378;p57"/>
            <p:cNvCxnSpPr>
              <a:stCxn id="1379" idx="1"/>
              <a:endCxn id="1346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0" name="Google Shape;1380;p57"/>
            <p:cNvCxnSpPr>
              <a:stCxn id="1379" idx="0"/>
              <a:endCxn id="1381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2" name="Google Shape;1382;p57"/>
            <p:cNvCxnSpPr>
              <a:stCxn id="1383" idx="7"/>
              <a:endCxn id="1384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5" name="Google Shape;1385;p57"/>
            <p:cNvCxnSpPr>
              <a:endCxn id="1386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7" name="Google Shape;1387;p57"/>
            <p:cNvCxnSpPr>
              <a:stCxn id="1383" idx="0"/>
              <a:endCxn id="1342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8" name="Google Shape;1388;p57"/>
            <p:cNvCxnSpPr>
              <a:stCxn id="1389" idx="0"/>
              <a:endCxn id="1390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1" name="Google Shape;1391;p57"/>
            <p:cNvCxnSpPr>
              <a:stCxn id="1389" idx="1"/>
              <a:endCxn id="1381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2" name="Google Shape;1392;p57"/>
            <p:cNvCxnSpPr>
              <a:stCxn id="1381" idx="2"/>
              <a:endCxn id="1346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3" name="Google Shape;1393;p57"/>
            <p:cNvCxnSpPr>
              <a:stCxn id="1379" idx="2"/>
              <a:endCxn id="1375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4" name="Google Shape;1394;p57"/>
            <p:cNvCxnSpPr>
              <a:stCxn id="1386" idx="1"/>
              <a:endCxn id="1375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5" name="Google Shape;1395;p57"/>
            <p:cNvCxnSpPr>
              <a:stCxn id="1386" idx="3"/>
              <a:endCxn id="1396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7" name="Google Shape;1397;p57"/>
            <p:cNvCxnSpPr>
              <a:stCxn id="1375" idx="4"/>
              <a:endCxn id="1396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8" name="Google Shape;1398;p57"/>
            <p:cNvCxnSpPr>
              <a:stCxn id="1371" idx="5"/>
              <a:endCxn id="1396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9" name="Google Shape;1399;p57"/>
            <p:cNvCxnSpPr>
              <a:stCxn id="1386" idx="7"/>
              <a:endCxn id="1379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0" name="Google Shape;1400;p57"/>
            <p:cNvCxnSpPr>
              <a:stCxn id="1337" idx="7"/>
              <a:endCxn id="1344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1" name="Google Shape;1401;p57"/>
            <p:cNvCxnSpPr>
              <a:endCxn id="1386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4" name="Google Shape;1314;p57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57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7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7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7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7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7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7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7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7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7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7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7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7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7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7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7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7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7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7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2" name="Google Shape;1402;p57"/>
            <p:cNvCxnSpPr>
              <a:stCxn id="1316" idx="2"/>
              <a:endCxn id="1348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3" name="Google Shape;1403;p57"/>
            <p:cNvCxnSpPr>
              <a:stCxn id="1313" idx="4"/>
              <a:endCxn id="1352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55" name="Google Shape;1355;p57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4" name="Google Shape;1404;p57"/>
            <p:cNvCxnSpPr>
              <a:stCxn id="1355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5" name="Google Shape;1405;p57"/>
            <p:cNvCxnSpPr>
              <a:stCxn id="1355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6" name="Google Shape;1406;p57"/>
            <p:cNvCxnSpPr>
              <a:stCxn id="1355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7" name="Google Shape;1407;p57"/>
            <p:cNvCxnSpPr>
              <a:endCxn id="1313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65" name="Google Shape;1365;p57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57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8" name="Google Shape;1408;p57"/>
            <p:cNvCxnSpPr>
              <a:stCxn id="1365" idx="1"/>
              <a:endCxn id="1337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9" name="Google Shape;1409;p57"/>
            <p:cNvCxnSpPr>
              <a:endCxn id="1410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1" name="Google Shape;1411;p57"/>
            <p:cNvCxnSpPr>
              <a:endCxn id="1389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2" name="Google Shape;1412;p57"/>
            <p:cNvCxnSpPr>
              <a:stCxn id="1410" idx="0"/>
              <a:endCxn id="1389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3" name="Google Shape;1413;p57"/>
            <p:cNvCxnSpPr>
              <a:stCxn id="1390" idx="2"/>
              <a:endCxn id="1414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5" name="Google Shape;1415;p57"/>
            <p:cNvCxnSpPr>
              <a:stCxn id="1410" idx="7"/>
              <a:endCxn id="1414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6" name="Google Shape;1416;p57"/>
            <p:cNvCxnSpPr>
              <a:endCxn id="1389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7" name="Google Shape;1417;p57"/>
            <p:cNvCxnSpPr>
              <a:stCxn id="1389" idx="6"/>
              <a:endCxn id="1414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8" name="Google Shape;1418;p57"/>
            <p:cNvCxnSpPr>
              <a:stCxn id="1419" idx="0"/>
              <a:endCxn id="1414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0" name="Google Shape;1420;p57"/>
            <p:cNvCxnSpPr>
              <a:stCxn id="1421" idx="1"/>
              <a:endCxn id="1414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2" name="Google Shape;1422;p57"/>
            <p:cNvCxnSpPr>
              <a:stCxn id="1421" idx="0"/>
              <a:endCxn id="1383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3" name="Google Shape;1423;p57"/>
            <p:cNvCxnSpPr>
              <a:stCxn id="1383" idx="2"/>
              <a:endCxn id="1414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4" name="Google Shape;1424;p57"/>
            <p:cNvCxnSpPr>
              <a:stCxn id="1383" idx="7"/>
              <a:endCxn id="1425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6" name="Google Shape;1426;p57"/>
            <p:cNvCxnSpPr>
              <a:stCxn id="1383" idx="6"/>
              <a:endCxn id="1427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8" name="Google Shape;1428;p57"/>
            <p:cNvCxnSpPr>
              <a:stCxn id="1427" idx="7"/>
              <a:endCxn id="1425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9" name="Google Shape;1429;p57"/>
            <p:cNvCxnSpPr>
              <a:stCxn id="1342" idx="1"/>
              <a:endCxn id="1414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0" name="Google Shape;1430;p57"/>
            <p:cNvCxnSpPr>
              <a:endCxn id="1410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1" name="Google Shape;1431;p57"/>
            <p:cNvCxnSpPr>
              <a:stCxn id="1419" idx="2"/>
              <a:endCxn id="1410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2" name="Google Shape;1432;p57"/>
            <p:cNvCxnSpPr>
              <a:stCxn id="1433" idx="0"/>
              <a:endCxn id="1410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4" name="Google Shape;1434;p57"/>
            <p:cNvCxnSpPr>
              <a:endCxn id="1410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5" name="Google Shape;1435;p57"/>
            <p:cNvCxnSpPr>
              <a:stCxn id="1433" idx="2"/>
              <a:endCxn id="1419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6" name="Google Shape;1436;p57"/>
            <p:cNvCxnSpPr>
              <a:stCxn id="1421" idx="2"/>
              <a:endCxn id="1419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7" name="Google Shape;1437;p57"/>
            <p:cNvCxnSpPr>
              <a:stCxn id="1421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8" name="Google Shape;1438;p57"/>
            <p:cNvCxnSpPr>
              <a:stCxn id="1439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0" name="Google Shape;1440;p57"/>
            <p:cNvCxnSpPr>
              <a:stCxn id="1439" idx="2"/>
              <a:endCxn id="1421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1" name="Google Shape;1441;p57"/>
            <p:cNvCxnSpPr>
              <a:stCxn id="1427" idx="4"/>
              <a:endCxn id="1439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2" name="Google Shape;1442;p57"/>
            <p:cNvCxnSpPr>
              <a:stCxn id="1443" idx="3"/>
              <a:endCxn id="1439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4" name="Google Shape;1444;p57"/>
            <p:cNvCxnSpPr>
              <a:stCxn id="1443" idx="2"/>
              <a:endCxn id="1427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5" name="Google Shape;1445;p57"/>
            <p:cNvCxnSpPr>
              <a:stCxn id="1443" idx="1"/>
              <a:endCxn id="1425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6" name="Google Shape;1446;p57"/>
            <p:cNvCxnSpPr>
              <a:stCxn id="1447" idx="1"/>
              <a:endCxn id="1425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8" name="Google Shape;1448;p57"/>
            <p:cNvCxnSpPr>
              <a:stCxn id="1447" idx="0"/>
              <a:endCxn id="1449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0" name="Google Shape;1450;p57"/>
            <p:cNvCxnSpPr>
              <a:stCxn id="1451" idx="0"/>
              <a:endCxn id="1452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3" name="Google Shape;1453;p57"/>
            <p:cNvCxnSpPr>
              <a:stCxn id="1454" idx="7"/>
              <a:endCxn id="1452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5" name="Google Shape;1455;p57"/>
            <p:cNvCxnSpPr>
              <a:endCxn id="1451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6" name="Google Shape;1456;p57"/>
            <p:cNvCxnSpPr>
              <a:stCxn id="1457" idx="5"/>
              <a:endCxn id="1458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9" name="Google Shape;1459;p57"/>
            <p:cNvCxnSpPr>
              <a:endCxn id="1458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0" name="Google Shape;1460;p57"/>
            <p:cNvCxnSpPr>
              <a:stCxn id="1458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1" name="Google Shape;1461;p57"/>
            <p:cNvCxnSpPr>
              <a:stCxn id="1458" idx="3"/>
              <a:endCxn id="1462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3" name="Google Shape;1463;p57"/>
            <p:cNvCxnSpPr>
              <a:stCxn id="1458" idx="1"/>
              <a:endCxn id="1447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4" name="Google Shape;1464;p57"/>
            <p:cNvCxnSpPr>
              <a:stCxn id="1451" idx="2"/>
              <a:endCxn id="1447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5" name="Google Shape;1465;p57"/>
            <p:cNvCxnSpPr>
              <a:stCxn id="1452" idx="3"/>
              <a:endCxn id="1447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6" name="Google Shape;1466;p57"/>
            <p:cNvCxnSpPr>
              <a:stCxn id="1452" idx="2"/>
              <a:endCxn id="1449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7" name="Google Shape;1467;p57"/>
            <p:cNvCxnSpPr>
              <a:stCxn id="1449" idx="1"/>
              <a:endCxn id="1425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8" name="Google Shape;1468;p57"/>
            <p:cNvCxnSpPr>
              <a:stCxn id="1447" idx="2"/>
              <a:endCxn id="1443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9" name="Google Shape;1469;p57"/>
            <p:cNvCxnSpPr>
              <a:stCxn id="1462" idx="1"/>
              <a:endCxn id="1443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0" name="Google Shape;1470;p57"/>
            <p:cNvCxnSpPr>
              <a:stCxn id="1462" idx="3"/>
              <a:endCxn id="1471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2" name="Google Shape;1472;p57"/>
            <p:cNvCxnSpPr>
              <a:stCxn id="1443" idx="4"/>
              <a:endCxn id="1471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3" name="Google Shape;1473;p57"/>
            <p:cNvCxnSpPr>
              <a:stCxn id="1439" idx="5"/>
              <a:endCxn id="1471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4" name="Google Shape;1474;p57"/>
            <p:cNvCxnSpPr>
              <a:stCxn id="1462" idx="7"/>
              <a:endCxn id="1447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5" name="Google Shape;1475;p57"/>
            <p:cNvCxnSpPr>
              <a:stCxn id="1421" idx="7"/>
              <a:endCxn id="1427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6" name="Google Shape;1476;p57"/>
            <p:cNvCxnSpPr>
              <a:endCxn id="1462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7" name="Google Shape;1477;p57"/>
            <p:cNvCxnSpPr>
              <a:stCxn id="1458" idx="7"/>
              <a:endCxn id="1451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10" name="Google Shape;1410;p57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57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57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7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57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57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7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57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7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57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57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57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57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57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57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57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57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57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8" name="Google Shape;1478;p57"/>
            <p:cNvCxnSpPr>
              <a:stCxn id="1433" idx="1"/>
              <a:endCxn id="1421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9" name="Google Shape;1479;p57"/>
            <p:cNvCxnSpPr>
              <a:stCxn id="1480" idx="6"/>
              <a:endCxn id="1452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1" name="Google Shape;1481;p57"/>
            <p:cNvCxnSpPr>
              <a:stCxn id="1482" idx="4"/>
              <a:endCxn id="1454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3" name="Google Shape;1483;p57"/>
            <p:cNvCxnSpPr>
              <a:stCxn id="1454" idx="4"/>
              <a:endCxn id="1457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4" name="Google Shape;1484;p57"/>
            <p:cNvCxnSpPr>
              <a:stCxn id="1485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6" name="Google Shape;1486;p57"/>
            <p:cNvCxnSpPr>
              <a:stCxn id="1485" idx="0"/>
              <a:endCxn id="1457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7" name="Google Shape;1487;p57"/>
            <p:cNvCxnSpPr>
              <a:stCxn id="1488" idx="1"/>
              <a:endCxn id="1482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9" name="Google Shape;1489;p57"/>
            <p:cNvCxnSpPr>
              <a:stCxn id="1457" idx="2"/>
              <a:endCxn id="1488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0" name="Google Shape;1490;p57"/>
            <p:cNvCxnSpPr>
              <a:stCxn id="1485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1" name="Google Shape;1491;p57"/>
            <p:cNvCxnSpPr>
              <a:stCxn id="1452" idx="1"/>
              <a:endCxn id="1314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2" name="Google Shape;1492;p57"/>
            <p:cNvCxnSpPr>
              <a:stCxn id="1493" idx="6"/>
              <a:endCxn id="1494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5" name="Google Shape;1495;p57"/>
            <p:cNvCxnSpPr>
              <a:stCxn id="1482" idx="7"/>
              <a:endCxn id="1493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6" name="Google Shape;1496;p57"/>
            <p:cNvCxnSpPr>
              <a:stCxn id="1482" idx="5"/>
              <a:endCxn id="1480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7" name="Google Shape;1497;p57"/>
            <p:cNvCxnSpPr>
              <a:stCxn id="1494" idx="3"/>
              <a:endCxn id="1480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8" name="Google Shape;1498;p57"/>
            <p:cNvCxnSpPr>
              <a:stCxn id="1480" idx="4"/>
              <a:endCxn id="1454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9" name="Google Shape;1499;p57"/>
            <p:cNvCxnSpPr>
              <a:stCxn id="1458" idx="2"/>
              <a:endCxn id="1485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0" name="Google Shape;1500;p57"/>
            <p:cNvCxnSpPr>
              <a:endCxn id="1485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82" name="Google Shape;1482;p57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57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57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7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57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7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57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1" name="Google Shape;1501;p57"/>
            <p:cNvCxnSpPr>
              <a:stCxn id="1454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2" name="Google Shape;1502;p57"/>
            <p:cNvCxnSpPr>
              <a:stCxn id="1493" idx="4"/>
              <a:endCxn id="1480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26" name="Google Shape;1326;p57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3" name="Google Shape;1503;p57"/>
            <p:cNvCxnSpPr>
              <a:stCxn id="1326" idx="3"/>
              <a:endCxn id="1449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4" name="Google Shape;1504;p57"/>
            <p:cNvCxnSpPr>
              <a:stCxn id="1326" idx="2"/>
              <a:endCxn id="1314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5" name="Google Shape;1505;p57"/>
            <p:cNvCxnSpPr>
              <a:stCxn id="1493" idx="7"/>
              <a:endCxn id="1313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6" name="Google Shape;1506;p57"/>
            <p:cNvCxnSpPr>
              <a:endCxn id="1493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88" name="Google Shape;1488;p57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7" name="Google Shape;1507;p57"/>
            <p:cNvCxnSpPr>
              <a:stCxn id="1457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8" name="Google Shape;1508;p57"/>
            <p:cNvCxnSpPr>
              <a:stCxn id="1494" idx="6"/>
              <a:endCxn id="1314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9" name="Google Shape;1509;p57"/>
            <p:cNvCxnSpPr>
              <a:stCxn id="1494" idx="5"/>
              <a:endCxn id="1452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0" name="Google Shape;1510;p57"/>
            <p:cNvCxnSpPr>
              <a:stCxn id="1313" idx="0"/>
              <a:endCxn id="1494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1" name="Google Shape;1511;p57"/>
            <p:cNvCxnSpPr>
              <a:stCxn id="1454" idx="5"/>
              <a:endCxn id="1451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2" name="Google Shape;1512;p57"/>
            <p:cNvCxnSpPr>
              <a:stCxn id="1449" idx="7"/>
              <a:endCxn id="1314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3" name="Google Shape;1513;p57"/>
            <p:cNvCxnSpPr>
              <a:stCxn id="1322" idx="7"/>
              <a:endCxn id="1326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4" name="Google Shape;1514;p57"/>
            <p:cNvCxnSpPr>
              <a:stCxn id="1425" idx="7"/>
              <a:endCxn id="1327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5" name="Google Shape;1515;p57"/>
            <p:cNvCxnSpPr>
              <a:stCxn id="1425" idx="6"/>
              <a:endCxn id="1326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6" name="Google Shape;1516;p57"/>
            <p:cNvCxnSpPr>
              <a:stCxn id="1339" idx="0"/>
              <a:endCxn id="1425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7" name="Google Shape;1517;p57"/>
            <p:cNvCxnSpPr>
              <a:stCxn id="1342" idx="0"/>
              <a:endCxn id="1390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8" name="Google Shape;1518;p57"/>
            <p:cNvCxnSpPr>
              <a:stCxn id="1346" idx="0"/>
              <a:endCxn id="1390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9" name="Google Shape;1519;p57"/>
            <p:cNvCxnSpPr>
              <a:stCxn id="1344" idx="0"/>
              <a:endCxn id="1342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0" name="Google Shape;1520;p57"/>
            <p:cNvCxnSpPr>
              <a:stCxn id="1425" idx="1"/>
              <a:endCxn id="1384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1" name="Google Shape;1521;p57"/>
            <p:cNvCxnSpPr>
              <a:stCxn id="1339" idx="0"/>
              <a:endCxn id="1384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2" name="Google Shape;1522;p57"/>
            <p:cNvCxnSpPr>
              <a:stCxn id="1384" idx="7"/>
              <a:endCxn id="1342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90" name="Google Shape;1390;p57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7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7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3" name="Google Shape;1523;p57"/>
            <p:cNvCxnSpPr>
              <a:stCxn id="1381" idx="0"/>
              <a:endCxn id="1390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4" name="Google Shape;1524;p57"/>
            <p:cNvCxnSpPr>
              <a:endCxn id="1381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25" name="Google Shape;1525;p57"/>
          <p:cNvGrpSpPr/>
          <p:nvPr/>
        </p:nvGrpSpPr>
        <p:grpSpPr>
          <a:xfrm>
            <a:off x="-28836" y="-78958"/>
            <a:ext cx="2645755" cy="1655584"/>
            <a:chOff x="-28836" y="-78958"/>
            <a:chExt cx="2645755" cy="1655584"/>
          </a:xfrm>
        </p:grpSpPr>
        <p:cxnSp>
          <p:nvCxnSpPr>
            <p:cNvPr id="1526" name="Google Shape;1526;p57"/>
            <p:cNvCxnSpPr>
              <a:stCxn id="1527" idx="7"/>
              <a:endCxn id="1528" idx="2"/>
            </p:cNvCxnSpPr>
            <p:nvPr/>
          </p:nvCxnSpPr>
          <p:spPr>
            <a:xfrm flipH="1">
              <a:off x="1296326" y="505918"/>
              <a:ext cx="424800" cy="72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9" name="Google Shape;1529;p57"/>
            <p:cNvCxnSpPr>
              <a:stCxn id="1528" idx="4"/>
              <a:endCxn id="1530" idx="1"/>
            </p:cNvCxnSpPr>
            <p:nvPr/>
          </p:nvCxnSpPr>
          <p:spPr>
            <a:xfrm rot="10800000">
              <a:off x="937372" y="831357"/>
              <a:ext cx="303000" cy="39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31" name="Google Shape;1531;p57"/>
            <p:cNvCxnSpPr>
              <a:stCxn id="1532" idx="2"/>
              <a:endCxn id="1533" idx="6"/>
            </p:cNvCxnSpPr>
            <p:nvPr/>
          </p:nvCxnSpPr>
          <p:spPr>
            <a:xfrm>
              <a:off x="356983" y="366234"/>
              <a:ext cx="472800" cy="197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34" name="Google Shape;1534;p57"/>
            <p:cNvCxnSpPr>
              <a:stCxn id="1530" idx="5"/>
              <a:endCxn id="1532" idx="1"/>
            </p:cNvCxnSpPr>
            <p:nvPr/>
          </p:nvCxnSpPr>
          <p:spPr>
            <a:xfrm rot="10800000">
              <a:off x="352922" y="398591"/>
              <a:ext cx="537600" cy="405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35" name="Google Shape;1535;p57"/>
            <p:cNvCxnSpPr>
              <a:stCxn id="1528" idx="5"/>
              <a:endCxn id="1536" idx="1"/>
            </p:cNvCxnSpPr>
            <p:nvPr/>
          </p:nvCxnSpPr>
          <p:spPr>
            <a:xfrm rot="10800000">
              <a:off x="574861" y="945260"/>
              <a:ext cx="647700" cy="301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37" name="Google Shape;1537;p57"/>
            <p:cNvCxnSpPr>
              <a:stCxn id="1532" idx="0"/>
              <a:endCxn id="1536" idx="4"/>
            </p:cNvCxnSpPr>
            <p:nvPr/>
          </p:nvCxnSpPr>
          <p:spPr>
            <a:xfrm>
              <a:off x="326947" y="418653"/>
              <a:ext cx="217500" cy="487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38" name="Google Shape;1538;p57"/>
            <p:cNvCxnSpPr>
              <a:stCxn id="1530" idx="3"/>
              <a:endCxn id="1533" idx="0"/>
            </p:cNvCxnSpPr>
            <p:nvPr/>
          </p:nvCxnSpPr>
          <p:spPr>
            <a:xfrm rot="10800000">
              <a:off x="879404" y="591979"/>
              <a:ext cx="48000" cy="20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39" name="Google Shape;1539;p57"/>
            <p:cNvCxnSpPr>
              <a:stCxn id="1528" idx="6"/>
              <a:endCxn id="1540" idx="2"/>
            </p:cNvCxnSpPr>
            <p:nvPr/>
          </p:nvCxnSpPr>
          <p:spPr>
            <a:xfrm rot="10800000">
              <a:off x="694828" y="1213718"/>
              <a:ext cx="533100" cy="63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1" name="Google Shape;1541;p57"/>
            <p:cNvCxnSpPr>
              <a:stCxn id="1532" idx="7"/>
              <a:endCxn id="1542" idx="3"/>
            </p:cNvCxnSpPr>
            <p:nvPr/>
          </p:nvCxnSpPr>
          <p:spPr>
            <a:xfrm flipH="1">
              <a:off x="199717" y="414491"/>
              <a:ext cx="94800" cy="714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3" name="Google Shape;1543;p57"/>
            <p:cNvCxnSpPr>
              <a:stCxn id="1530" idx="6"/>
              <a:endCxn id="1536" idx="2"/>
            </p:cNvCxnSpPr>
            <p:nvPr/>
          </p:nvCxnSpPr>
          <p:spPr>
            <a:xfrm flipH="1">
              <a:off x="577689" y="825006"/>
              <a:ext cx="310200" cy="99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4" name="Google Shape;1544;p57"/>
            <p:cNvCxnSpPr>
              <a:stCxn id="1545" idx="0"/>
              <a:endCxn id="1533" idx="4"/>
            </p:cNvCxnSpPr>
            <p:nvPr/>
          </p:nvCxnSpPr>
          <p:spPr>
            <a:xfrm>
              <a:off x="809265" y="86803"/>
              <a:ext cx="48900" cy="426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6" name="Google Shape;1546;p57"/>
            <p:cNvCxnSpPr>
              <a:stCxn id="1536" idx="6"/>
              <a:endCxn id="1542" idx="2"/>
            </p:cNvCxnSpPr>
            <p:nvPr/>
          </p:nvCxnSpPr>
          <p:spPr>
            <a:xfrm flipH="1">
              <a:off x="218518" y="939015"/>
              <a:ext cx="306900" cy="214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7" name="Google Shape;1547;p57"/>
            <p:cNvCxnSpPr>
              <a:stCxn id="1548" idx="0"/>
              <a:endCxn id="1542" idx="4"/>
            </p:cNvCxnSpPr>
            <p:nvPr/>
          </p:nvCxnSpPr>
          <p:spPr>
            <a:xfrm>
              <a:off x="19075" y="733170"/>
              <a:ext cx="149700" cy="391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9" name="Google Shape;1549;p57"/>
            <p:cNvCxnSpPr>
              <a:stCxn id="1540" idx="1"/>
              <a:endCxn id="1542" idx="5"/>
            </p:cNvCxnSpPr>
            <p:nvPr/>
          </p:nvCxnSpPr>
          <p:spPr>
            <a:xfrm rot="10800000">
              <a:off x="144231" y="1143836"/>
              <a:ext cx="548100" cy="9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0" name="Google Shape;1550;p57"/>
            <p:cNvCxnSpPr>
              <a:stCxn id="1540" idx="7"/>
              <a:endCxn id="1551" idx="3"/>
            </p:cNvCxnSpPr>
            <p:nvPr/>
          </p:nvCxnSpPr>
          <p:spPr>
            <a:xfrm flipH="1">
              <a:off x="408548" y="1244149"/>
              <a:ext cx="246900" cy="24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2" name="Google Shape;1552;p57"/>
            <p:cNvCxnSpPr>
              <a:stCxn id="1551" idx="5"/>
              <a:endCxn id="1542" idx="1"/>
            </p:cNvCxnSpPr>
            <p:nvPr/>
          </p:nvCxnSpPr>
          <p:spPr>
            <a:xfrm rot="10800000">
              <a:off x="214554" y="1184232"/>
              <a:ext cx="138600" cy="32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3" name="Google Shape;1553;p57"/>
            <p:cNvCxnSpPr>
              <a:stCxn id="1551" idx="6"/>
            </p:cNvCxnSpPr>
            <p:nvPr/>
          </p:nvCxnSpPr>
          <p:spPr>
            <a:xfrm rot="10800000">
              <a:off x="-21595" y="1483505"/>
              <a:ext cx="370800" cy="5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4" name="Google Shape;1554;p57"/>
            <p:cNvCxnSpPr>
              <a:stCxn id="1555" idx="0"/>
              <a:endCxn id="1528" idx="3"/>
            </p:cNvCxnSpPr>
            <p:nvPr/>
          </p:nvCxnSpPr>
          <p:spPr>
            <a:xfrm>
              <a:off x="1258667" y="571614"/>
              <a:ext cx="12300" cy="644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6" name="Google Shape;1556;p57"/>
            <p:cNvCxnSpPr>
              <a:stCxn id="1533" idx="2"/>
              <a:endCxn id="1555" idx="6"/>
            </p:cNvCxnSpPr>
            <p:nvPr/>
          </p:nvCxnSpPr>
          <p:spPr>
            <a:xfrm flipH="1" rot="10800000">
              <a:off x="907952" y="541451"/>
              <a:ext cx="298200" cy="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7" name="Google Shape;1557;p57"/>
            <p:cNvCxnSpPr>
              <a:stCxn id="1545" idx="1"/>
              <a:endCxn id="1555" idx="5"/>
            </p:cNvCxnSpPr>
            <p:nvPr/>
          </p:nvCxnSpPr>
          <p:spPr>
            <a:xfrm>
              <a:off x="833817" y="67836"/>
              <a:ext cx="376500" cy="441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8" name="Google Shape;1558;p57"/>
            <p:cNvCxnSpPr>
              <a:stCxn id="1559" idx="7"/>
              <a:endCxn id="1555" idx="3"/>
            </p:cNvCxnSpPr>
            <p:nvPr/>
          </p:nvCxnSpPr>
          <p:spPr>
            <a:xfrm flipH="1">
              <a:off x="1268738" y="-22351"/>
              <a:ext cx="275400" cy="515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0" name="Google Shape;1560;p57"/>
            <p:cNvCxnSpPr>
              <a:stCxn id="1527" idx="6"/>
              <a:endCxn id="1555" idx="2"/>
            </p:cNvCxnSpPr>
            <p:nvPr/>
          </p:nvCxnSpPr>
          <p:spPr>
            <a:xfrm flipH="1">
              <a:off x="1288759" y="481366"/>
              <a:ext cx="413400" cy="37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1" name="Google Shape;1561;p57"/>
            <p:cNvCxnSpPr>
              <a:stCxn id="1562" idx="7"/>
              <a:endCxn id="1527" idx="3"/>
            </p:cNvCxnSpPr>
            <p:nvPr/>
          </p:nvCxnSpPr>
          <p:spPr>
            <a:xfrm flipH="1">
              <a:off x="1761547" y="90001"/>
              <a:ext cx="398400" cy="345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3" name="Google Shape;1563;p57"/>
            <p:cNvCxnSpPr>
              <a:stCxn id="1562" idx="6"/>
              <a:endCxn id="1559" idx="2"/>
            </p:cNvCxnSpPr>
            <p:nvPr/>
          </p:nvCxnSpPr>
          <p:spPr>
            <a:xfrm rot="10800000">
              <a:off x="1583602" y="-52966"/>
              <a:ext cx="563700" cy="126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4" name="Google Shape;1564;p57"/>
            <p:cNvCxnSpPr>
              <a:stCxn id="1562" idx="4"/>
            </p:cNvCxnSpPr>
            <p:nvPr/>
          </p:nvCxnSpPr>
          <p:spPr>
            <a:xfrm rot="10800000">
              <a:off x="2121902" y="-9026"/>
              <a:ext cx="44400" cy="49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5" name="Google Shape;1565;p57"/>
            <p:cNvCxnSpPr>
              <a:stCxn id="1559" idx="6"/>
              <a:endCxn id="1545" idx="2"/>
            </p:cNvCxnSpPr>
            <p:nvPr/>
          </p:nvCxnSpPr>
          <p:spPr>
            <a:xfrm flipH="1">
              <a:off x="837893" y="-38718"/>
              <a:ext cx="693600" cy="75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6" name="Google Shape;1566;p57"/>
            <p:cNvCxnSpPr>
              <a:stCxn id="1545" idx="6"/>
              <a:endCxn id="1532" idx="3"/>
            </p:cNvCxnSpPr>
            <p:nvPr/>
          </p:nvCxnSpPr>
          <p:spPr>
            <a:xfrm flipH="1">
              <a:off x="337125" y="58302"/>
              <a:ext cx="422400" cy="282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7" name="Google Shape;1567;p57"/>
            <p:cNvCxnSpPr>
              <a:stCxn id="1548" idx="2"/>
              <a:endCxn id="1532" idx="6"/>
            </p:cNvCxnSpPr>
            <p:nvPr/>
          </p:nvCxnSpPr>
          <p:spPr>
            <a:xfrm flipH="1" rot="10800000">
              <a:off x="38075" y="388610"/>
              <a:ext cx="236400" cy="311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8" name="Google Shape;1568;p57"/>
            <p:cNvCxnSpPr>
              <a:endCxn id="1532" idx="5"/>
            </p:cNvCxnSpPr>
            <p:nvPr/>
          </p:nvCxnSpPr>
          <p:spPr>
            <a:xfrm>
              <a:off x="-6010" y="281787"/>
              <a:ext cx="284700" cy="74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9" name="Google Shape;1569;p57"/>
            <p:cNvCxnSpPr>
              <a:endCxn id="1532" idx="3"/>
            </p:cNvCxnSpPr>
            <p:nvPr/>
          </p:nvCxnSpPr>
          <p:spPr>
            <a:xfrm flipH="1">
              <a:off x="336994" y="-23240"/>
              <a:ext cx="69000" cy="363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0" name="Google Shape;1570;p57"/>
            <p:cNvCxnSpPr>
              <a:stCxn id="1540" idx="4"/>
              <a:endCxn id="1536" idx="0"/>
            </p:cNvCxnSpPr>
            <p:nvPr/>
          </p:nvCxnSpPr>
          <p:spPr>
            <a:xfrm rot="10800000">
              <a:off x="558603" y="957921"/>
              <a:ext cx="103200" cy="236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1" name="Google Shape;1571;p57"/>
            <p:cNvCxnSpPr>
              <a:endCxn id="1542" idx="6"/>
            </p:cNvCxnSpPr>
            <p:nvPr/>
          </p:nvCxnSpPr>
          <p:spPr>
            <a:xfrm>
              <a:off x="-16903" y="1146160"/>
              <a:ext cx="157200" cy="28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2" name="Google Shape;1572;p57"/>
            <p:cNvCxnSpPr>
              <a:stCxn id="1542" idx="7"/>
            </p:cNvCxnSpPr>
            <p:nvPr/>
          </p:nvCxnSpPr>
          <p:spPr>
            <a:xfrm flipH="1">
              <a:off x="-28836" y="1199212"/>
              <a:ext cx="188100" cy="212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28" name="Google Shape;1528;p57"/>
            <p:cNvSpPr/>
            <p:nvPr/>
          </p:nvSpPr>
          <p:spPr>
            <a:xfrm rot="8852236">
              <a:off x="1221594" y="1215323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57"/>
            <p:cNvSpPr/>
            <p:nvPr/>
          </p:nvSpPr>
          <p:spPr>
            <a:xfrm rot="9888766">
              <a:off x="1204756" y="487667"/>
              <a:ext cx="85439" cy="8543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57"/>
            <p:cNvSpPr/>
            <p:nvPr/>
          </p:nvSpPr>
          <p:spPr>
            <a:xfrm rot="9888766">
              <a:off x="1700743" y="430210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57"/>
            <p:cNvSpPr/>
            <p:nvPr/>
          </p:nvSpPr>
          <p:spPr>
            <a:xfrm rot="9888766">
              <a:off x="1530549" y="-72822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57"/>
            <p:cNvSpPr/>
            <p:nvPr/>
          </p:nvSpPr>
          <p:spPr>
            <a:xfrm rot="9888766">
              <a:off x="758109" y="7146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57"/>
            <p:cNvSpPr/>
            <p:nvPr/>
          </p:nvSpPr>
          <p:spPr>
            <a:xfrm rot="9888766">
              <a:off x="273036" y="334706"/>
              <a:ext cx="85439" cy="8543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57"/>
            <p:cNvSpPr/>
            <p:nvPr/>
          </p:nvSpPr>
          <p:spPr>
            <a:xfrm rot="9888766">
              <a:off x="-15029" y="680066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57"/>
            <p:cNvSpPr/>
            <p:nvPr/>
          </p:nvSpPr>
          <p:spPr>
            <a:xfrm rot="9888766">
              <a:off x="138881" y="1123504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57"/>
            <p:cNvSpPr/>
            <p:nvPr/>
          </p:nvSpPr>
          <p:spPr>
            <a:xfrm rot="9888766">
              <a:off x="347789" y="1486349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57"/>
            <p:cNvSpPr/>
            <p:nvPr/>
          </p:nvSpPr>
          <p:spPr>
            <a:xfrm rot="9888766">
              <a:off x="641859" y="1193677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57"/>
            <p:cNvSpPr/>
            <p:nvPr/>
          </p:nvSpPr>
          <p:spPr>
            <a:xfrm rot="9888766">
              <a:off x="828295" y="512434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57"/>
            <p:cNvSpPr/>
            <p:nvPr/>
          </p:nvSpPr>
          <p:spPr>
            <a:xfrm rot="9888766">
              <a:off x="524474" y="904911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57"/>
            <p:cNvSpPr/>
            <p:nvPr/>
          </p:nvSpPr>
          <p:spPr>
            <a:xfrm rot="9888766">
              <a:off x="886945" y="790902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3" name="Google Shape;1573;p57"/>
            <p:cNvCxnSpPr>
              <a:stCxn id="1530" idx="2"/>
              <a:endCxn id="1555" idx="7"/>
            </p:cNvCxnSpPr>
            <p:nvPr/>
          </p:nvCxnSpPr>
          <p:spPr>
            <a:xfrm flipH="1" rot="10800000">
              <a:off x="940049" y="567546"/>
              <a:ext cx="286200" cy="243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4" name="Google Shape;1574;p57"/>
            <p:cNvCxnSpPr>
              <a:stCxn id="1527" idx="4"/>
              <a:endCxn id="1559" idx="1"/>
            </p:cNvCxnSpPr>
            <p:nvPr/>
          </p:nvCxnSpPr>
          <p:spPr>
            <a:xfrm rot="10800000">
              <a:off x="1580960" y="-32474"/>
              <a:ext cx="149700" cy="464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62" name="Google Shape;1562;p57"/>
            <p:cNvSpPr/>
            <p:nvPr/>
          </p:nvSpPr>
          <p:spPr>
            <a:xfrm rot="9888766">
              <a:off x="2146358" y="39530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5" name="Google Shape;1575;p57"/>
            <p:cNvCxnSpPr>
              <a:stCxn id="1562" idx="3"/>
            </p:cNvCxnSpPr>
            <p:nvPr/>
          </p:nvCxnSpPr>
          <p:spPr>
            <a:xfrm flipH="1" rot="10800000">
              <a:off x="2186817" y="-57093"/>
              <a:ext cx="37200" cy="100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6" name="Google Shape;1576;p57"/>
            <p:cNvCxnSpPr>
              <a:stCxn id="1562" idx="1"/>
              <a:endCxn id="1577" idx="2"/>
            </p:cNvCxnSpPr>
            <p:nvPr/>
          </p:nvCxnSpPr>
          <p:spPr>
            <a:xfrm>
              <a:off x="2196830" y="79989"/>
              <a:ext cx="166200" cy="197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8" name="Google Shape;1578;p57"/>
            <p:cNvCxnSpPr>
              <a:stCxn id="1577" idx="3"/>
              <a:endCxn id="1527" idx="2"/>
            </p:cNvCxnSpPr>
            <p:nvPr/>
          </p:nvCxnSpPr>
          <p:spPr>
            <a:xfrm flipH="1">
              <a:off x="1780339" y="299945"/>
              <a:ext cx="577200" cy="160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9" name="Google Shape;1579;p57"/>
            <p:cNvCxnSpPr>
              <a:stCxn id="1528" idx="7"/>
              <a:endCxn id="1551" idx="2"/>
            </p:cNvCxnSpPr>
            <p:nvPr/>
          </p:nvCxnSpPr>
          <p:spPr>
            <a:xfrm flipH="1">
              <a:off x="427431" y="1295429"/>
              <a:ext cx="825900" cy="220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0" name="Google Shape;1580;p57"/>
            <p:cNvCxnSpPr>
              <a:stCxn id="1527" idx="1"/>
              <a:endCxn id="1581" idx="4"/>
            </p:cNvCxnSpPr>
            <p:nvPr/>
          </p:nvCxnSpPr>
          <p:spPr>
            <a:xfrm>
              <a:off x="1776451" y="490900"/>
              <a:ext cx="440700" cy="282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81" name="Google Shape;1581;p57"/>
            <p:cNvSpPr/>
            <p:nvPr/>
          </p:nvSpPr>
          <p:spPr>
            <a:xfrm rot="8852236">
              <a:off x="2203401" y="768190"/>
              <a:ext cx="59607" cy="5960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2" name="Google Shape;1582;p57"/>
            <p:cNvCxnSpPr>
              <a:stCxn id="1581" idx="6"/>
              <a:endCxn id="1528" idx="1"/>
            </p:cNvCxnSpPr>
            <p:nvPr/>
          </p:nvCxnSpPr>
          <p:spPr>
            <a:xfrm flipH="1">
              <a:off x="1301758" y="813991"/>
              <a:ext cx="906300" cy="450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3" name="Google Shape;1583;p57"/>
            <p:cNvCxnSpPr>
              <a:stCxn id="1577" idx="4"/>
              <a:endCxn id="1581" idx="2"/>
            </p:cNvCxnSpPr>
            <p:nvPr/>
          </p:nvCxnSpPr>
          <p:spPr>
            <a:xfrm flipH="1">
              <a:off x="2258337" y="319467"/>
              <a:ext cx="111000" cy="462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77" name="Google Shape;1577;p57"/>
            <p:cNvSpPr/>
            <p:nvPr/>
          </p:nvSpPr>
          <p:spPr>
            <a:xfrm rot="2181221">
              <a:off x="2357200" y="265661"/>
              <a:ext cx="59607" cy="5960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4" name="Google Shape;1584;p57"/>
            <p:cNvCxnSpPr>
              <a:endCxn id="1532" idx="4"/>
            </p:cNvCxnSpPr>
            <p:nvPr/>
          </p:nvCxnSpPr>
          <p:spPr>
            <a:xfrm>
              <a:off x="61264" y="-8802"/>
              <a:ext cx="243300" cy="345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85" name="Google Shape;1585;p57"/>
            <p:cNvSpPr/>
            <p:nvPr/>
          </p:nvSpPr>
          <p:spPr>
            <a:xfrm rot="8852236">
              <a:off x="2545972" y="-969"/>
              <a:ext cx="59607" cy="5960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6" name="Google Shape;1586;p57"/>
            <p:cNvCxnSpPr>
              <a:stCxn id="1585" idx="7"/>
              <a:endCxn id="1577" idx="0"/>
            </p:cNvCxnSpPr>
            <p:nvPr/>
          </p:nvCxnSpPr>
          <p:spPr>
            <a:xfrm flipH="1">
              <a:off x="2404606" y="57927"/>
              <a:ext cx="164700" cy="213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7" name="Google Shape;1587;p57"/>
            <p:cNvCxnSpPr>
              <a:stCxn id="1585" idx="5"/>
              <a:endCxn id="1562" idx="1"/>
            </p:cNvCxnSpPr>
            <p:nvPr/>
          </p:nvCxnSpPr>
          <p:spPr>
            <a:xfrm flipH="1">
              <a:off x="2196883" y="22365"/>
              <a:ext cx="349800" cy="5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88" name="Google Shape;1588;p57"/>
          <p:cNvGrpSpPr/>
          <p:nvPr/>
        </p:nvGrpSpPr>
        <p:grpSpPr>
          <a:xfrm flipH="1">
            <a:off x="9562319" y="-74370"/>
            <a:ext cx="2645755" cy="1655584"/>
            <a:chOff x="123564" y="73442"/>
            <a:chExt cx="2645755" cy="1655584"/>
          </a:xfrm>
        </p:grpSpPr>
        <p:cxnSp>
          <p:nvCxnSpPr>
            <p:cNvPr id="1589" name="Google Shape;1589;p57"/>
            <p:cNvCxnSpPr>
              <a:stCxn id="1590" idx="7"/>
              <a:endCxn id="1591" idx="2"/>
            </p:cNvCxnSpPr>
            <p:nvPr/>
          </p:nvCxnSpPr>
          <p:spPr>
            <a:xfrm flipH="1">
              <a:off x="1448726" y="658318"/>
              <a:ext cx="424800" cy="72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2" name="Google Shape;1592;p57"/>
            <p:cNvCxnSpPr>
              <a:stCxn id="1591" idx="4"/>
              <a:endCxn id="1593" idx="1"/>
            </p:cNvCxnSpPr>
            <p:nvPr/>
          </p:nvCxnSpPr>
          <p:spPr>
            <a:xfrm rot="10800000">
              <a:off x="1089772" y="983757"/>
              <a:ext cx="303000" cy="39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4" name="Google Shape;1594;p57"/>
            <p:cNvCxnSpPr>
              <a:stCxn id="1595" idx="2"/>
              <a:endCxn id="1596" idx="6"/>
            </p:cNvCxnSpPr>
            <p:nvPr/>
          </p:nvCxnSpPr>
          <p:spPr>
            <a:xfrm>
              <a:off x="509383" y="518634"/>
              <a:ext cx="472800" cy="197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7" name="Google Shape;1597;p57"/>
            <p:cNvCxnSpPr>
              <a:stCxn id="1593" idx="5"/>
              <a:endCxn id="1595" idx="1"/>
            </p:cNvCxnSpPr>
            <p:nvPr/>
          </p:nvCxnSpPr>
          <p:spPr>
            <a:xfrm rot="10800000">
              <a:off x="505322" y="550991"/>
              <a:ext cx="537600" cy="405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8" name="Google Shape;1598;p57"/>
            <p:cNvCxnSpPr>
              <a:stCxn id="1591" idx="5"/>
              <a:endCxn id="1599" idx="1"/>
            </p:cNvCxnSpPr>
            <p:nvPr/>
          </p:nvCxnSpPr>
          <p:spPr>
            <a:xfrm rot="10800000">
              <a:off x="727261" y="1097660"/>
              <a:ext cx="647700" cy="301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0" name="Google Shape;1600;p57"/>
            <p:cNvCxnSpPr>
              <a:stCxn id="1595" idx="0"/>
              <a:endCxn id="1599" idx="4"/>
            </p:cNvCxnSpPr>
            <p:nvPr/>
          </p:nvCxnSpPr>
          <p:spPr>
            <a:xfrm>
              <a:off x="479347" y="571053"/>
              <a:ext cx="217500" cy="487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1" name="Google Shape;1601;p57"/>
            <p:cNvCxnSpPr>
              <a:stCxn id="1593" idx="3"/>
              <a:endCxn id="1596" idx="0"/>
            </p:cNvCxnSpPr>
            <p:nvPr/>
          </p:nvCxnSpPr>
          <p:spPr>
            <a:xfrm rot="10800000">
              <a:off x="1031804" y="744379"/>
              <a:ext cx="48000" cy="20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2" name="Google Shape;1602;p57"/>
            <p:cNvCxnSpPr>
              <a:stCxn id="1591" idx="6"/>
              <a:endCxn id="1603" idx="2"/>
            </p:cNvCxnSpPr>
            <p:nvPr/>
          </p:nvCxnSpPr>
          <p:spPr>
            <a:xfrm rot="10800000">
              <a:off x="847228" y="1366118"/>
              <a:ext cx="533100" cy="63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4" name="Google Shape;1604;p57"/>
            <p:cNvCxnSpPr>
              <a:stCxn id="1595" idx="7"/>
              <a:endCxn id="1605" idx="3"/>
            </p:cNvCxnSpPr>
            <p:nvPr/>
          </p:nvCxnSpPr>
          <p:spPr>
            <a:xfrm flipH="1">
              <a:off x="352117" y="566891"/>
              <a:ext cx="94800" cy="714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6" name="Google Shape;1606;p57"/>
            <p:cNvCxnSpPr>
              <a:stCxn id="1593" idx="6"/>
              <a:endCxn id="1599" idx="2"/>
            </p:cNvCxnSpPr>
            <p:nvPr/>
          </p:nvCxnSpPr>
          <p:spPr>
            <a:xfrm flipH="1">
              <a:off x="730089" y="977406"/>
              <a:ext cx="310200" cy="99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7" name="Google Shape;1607;p57"/>
            <p:cNvCxnSpPr>
              <a:stCxn id="1608" idx="0"/>
              <a:endCxn id="1596" idx="4"/>
            </p:cNvCxnSpPr>
            <p:nvPr/>
          </p:nvCxnSpPr>
          <p:spPr>
            <a:xfrm>
              <a:off x="961665" y="239203"/>
              <a:ext cx="48900" cy="426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09" name="Google Shape;1609;p57"/>
            <p:cNvCxnSpPr>
              <a:stCxn id="1599" idx="6"/>
              <a:endCxn id="1605" idx="2"/>
            </p:cNvCxnSpPr>
            <p:nvPr/>
          </p:nvCxnSpPr>
          <p:spPr>
            <a:xfrm flipH="1">
              <a:off x="370918" y="1091415"/>
              <a:ext cx="306900" cy="214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0" name="Google Shape;1610;p57"/>
            <p:cNvCxnSpPr>
              <a:stCxn id="1611" idx="0"/>
              <a:endCxn id="1605" idx="4"/>
            </p:cNvCxnSpPr>
            <p:nvPr/>
          </p:nvCxnSpPr>
          <p:spPr>
            <a:xfrm>
              <a:off x="171475" y="885570"/>
              <a:ext cx="149700" cy="391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2" name="Google Shape;1612;p57"/>
            <p:cNvCxnSpPr>
              <a:stCxn id="1603" idx="1"/>
              <a:endCxn id="1605" idx="5"/>
            </p:cNvCxnSpPr>
            <p:nvPr/>
          </p:nvCxnSpPr>
          <p:spPr>
            <a:xfrm rot="10800000">
              <a:off x="296631" y="1296236"/>
              <a:ext cx="548100" cy="90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3" name="Google Shape;1613;p57"/>
            <p:cNvCxnSpPr>
              <a:stCxn id="1603" idx="7"/>
              <a:endCxn id="1614" idx="3"/>
            </p:cNvCxnSpPr>
            <p:nvPr/>
          </p:nvCxnSpPr>
          <p:spPr>
            <a:xfrm flipH="1">
              <a:off x="560948" y="1396549"/>
              <a:ext cx="246900" cy="24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5" name="Google Shape;1615;p57"/>
            <p:cNvCxnSpPr>
              <a:stCxn id="1614" idx="5"/>
              <a:endCxn id="1605" idx="1"/>
            </p:cNvCxnSpPr>
            <p:nvPr/>
          </p:nvCxnSpPr>
          <p:spPr>
            <a:xfrm rot="10800000">
              <a:off x="366954" y="1336632"/>
              <a:ext cx="138600" cy="32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6" name="Google Shape;1616;p57"/>
            <p:cNvCxnSpPr>
              <a:stCxn id="1614" idx="6"/>
            </p:cNvCxnSpPr>
            <p:nvPr/>
          </p:nvCxnSpPr>
          <p:spPr>
            <a:xfrm rot="10800000">
              <a:off x="130805" y="1635905"/>
              <a:ext cx="370800" cy="5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7" name="Google Shape;1617;p57"/>
            <p:cNvCxnSpPr>
              <a:stCxn id="1618" idx="0"/>
              <a:endCxn id="1591" idx="3"/>
            </p:cNvCxnSpPr>
            <p:nvPr/>
          </p:nvCxnSpPr>
          <p:spPr>
            <a:xfrm>
              <a:off x="1411067" y="724014"/>
              <a:ext cx="12300" cy="644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9" name="Google Shape;1619;p57"/>
            <p:cNvCxnSpPr>
              <a:stCxn id="1596" idx="2"/>
              <a:endCxn id="1618" idx="6"/>
            </p:cNvCxnSpPr>
            <p:nvPr/>
          </p:nvCxnSpPr>
          <p:spPr>
            <a:xfrm flipH="1" rot="10800000">
              <a:off x="1060352" y="693851"/>
              <a:ext cx="298200" cy="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0" name="Google Shape;1620;p57"/>
            <p:cNvCxnSpPr>
              <a:stCxn id="1608" idx="1"/>
              <a:endCxn id="1618" idx="5"/>
            </p:cNvCxnSpPr>
            <p:nvPr/>
          </p:nvCxnSpPr>
          <p:spPr>
            <a:xfrm>
              <a:off x="986217" y="220236"/>
              <a:ext cx="376500" cy="441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1" name="Google Shape;1621;p57"/>
            <p:cNvCxnSpPr>
              <a:stCxn id="1622" idx="7"/>
              <a:endCxn id="1618" idx="3"/>
            </p:cNvCxnSpPr>
            <p:nvPr/>
          </p:nvCxnSpPr>
          <p:spPr>
            <a:xfrm flipH="1">
              <a:off x="1421138" y="130050"/>
              <a:ext cx="275400" cy="515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3" name="Google Shape;1623;p57"/>
            <p:cNvCxnSpPr>
              <a:stCxn id="1590" idx="6"/>
              <a:endCxn id="1618" idx="2"/>
            </p:cNvCxnSpPr>
            <p:nvPr/>
          </p:nvCxnSpPr>
          <p:spPr>
            <a:xfrm flipH="1">
              <a:off x="1441159" y="633766"/>
              <a:ext cx="413400" cy="37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4" name="Google Shape;1624;p57"/>
            <p:cNvCxnSpPr>
              <a:stCxn id="1625" idx="7"/>
              <a:endCxn id="1590" idx="3"/>
            </p:cNvCxnSpPr>
            <p:nvPr/>
          </p:nvCxnSpPr>
          <p:spPr>
            <a:xfrm flipH="1">
              <a:off x="1913947" y="242401"/>
              <a:ext cx="398400" cy="345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6" name="Google Shape;1626;p57"/>
            <p:cNvCxnSpPr>
              <a:stCxn id="1625" idx="6"/>
              <a:endCxn id="1622" idx="2"/>
            </p:cNvCxnSpPr>
            <p:nvPr/>
          </p:nvCxnSpPr>
          <p:spPr>
            <a:xfrm rot="10800000">
              <a:off x="1736002" y="99434"/>
              <a:ext cx="563700" cy="126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7" name="Google Shape;1627;p57"/>
            <p:cNvCxnSpPr>
              <a:stCxn id="1625" idx="4"/>
            </p:cNvCxnSpPr>
            <p:nvPr/>
          </p:nvCxnSpPr>
          <p:spPr>
            <a:xfrm rot="10800000">
              <a:off x="2274302" y="143374"/>
              <a:ext cx="44400" cy="49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8" name="Google Shape;1628;p57"/>
            <p:cNvCxnSpPr>
              <a:stCxn id="1622" idx="6"/>
              <a:endCxn id="1608" idx="2"/>
            </p:cNvCxnSpPr>
            <p:nvPr/>
          </p:nvCxnSpPr>
          <p:spPr>
            <a:xfrm flipH="1">
              <a:off x="990293" y="113682"/>
              <a:ext cx="693600" cy="75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9" name="Google Shape;1629;p57"/>
            <p:cNvCxnSpPr>
              <a:stCxn id="1608" idx="6"/>
              <a:endCxn id="1595" idx="3"/>
            </p:cNvCxnSpPr>
            <p:nvPr/>
          </p:nvCxnSpPr>
          <p:spPr>
            <a:xfrm flipH="1">
              <a:off x="489525" y="210702"/>
              <a:ext cx="422400" cy="282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0" name="Google Shape;1630;p57"/>
            <p:cNvCxnSpPr>
              <a:stCxn id="1611" idx="2"/>
              <a:endCxn id="1595" idx="6"/>
            </p:cNvCxnSpPr>
            <p:nvPr/>
          </p:nvCxnSpPr>
          <p:spPr>
            <a:xfrm flipH="1" rot="10800000">
              <a:off x="190475" y="541010"/>
              <a:ext cx="236400" cy="311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1" name="Google Shape;1631;p57"/>
            <p:cNvCxnSpPr>
              <a:endCxn id="1595" idx="5"/>
            </p:cNvCxnSpPr>
            <p:nvPr/>
          </p:nvCxnSpPr>
          <p:spPr>
            <a:xfrm>
              <a:off x="146390" y="434187"/>
              <a:ext cx="284700" cy="74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2" name="Google Shape;1632;p57"/>
            <p:cNvCxnSpPr>
              <a:endCxn id="1595" idx="3"/>
            </p:cNvCxnSpPr>
            <p:nvPr/>
          </p:nvCxnSpPr>
          <p:spPr>
            <a:xfrm flipH="1">
              <a:off x="489394" y="129160"/>
              <a:ext cx="69000" cy="363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3" name="Google Shape;1633;p57"/>
            <p:cNvCxnSpPr>
              <a:stCxn id="1603" idx="4"/>
              <a:endCxn id="1599" idx="0"/>
            </p:cNvCxnSpPr>
            <p:nvPr/>
          </p:nvCxnSpPr>
          <p:spPr>
            <a:xfrm rot="10800000">
              <a:off x="711003" y="1110321"/>
              <a:ext cx="103200" cy="236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4" name="Google Shape;1634;p57"/>
            <p:cNvCxnSpPr>
              <a:endCxn id="1605" idx="6"/>
            </p:cNvCxnSpPr>
            <p:nvPr/>
          </p:nvCxnSpPr>
          <p:spPr>
            <a:xfrm>
              <a:off x="135497" y="1298560"/>
              <a:ext cx="157200" cy="28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5" name="Google Shape;1635;p57"/>
            <p:cNvCxnSpPr>
              <a:stCxn id="1605" idx="7"/>
            </p:cNvCxnSpPr>
            <p:nvPr/>
          </p:nvCxnSpPr>
          <p:spPr>
            <a:xfrm flipH="1">
              <a:off x="123564" y="1351612"/>
              <a:ext cx="188100" cy="212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91" name="Google Shape;1591;p57"/>
            <p:cNvSpPr/>
            <p:nvPr/>
          </p:nvSpPr>
          <p:spPr>
            <a:xfrm rot="8852236">
              <a:off x="1373994" y="1367723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57"/>
            <p:cNvSpPr/>
            <p:nvPr/>
          </p:nvSpPr>
          <p:spPr>
            <a:xfrm rot="9888766">
              <a:off x="1357156" y="640067"/>
              <a:ext cx="85439" cy="8543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57"/>
            <p:cNvSpPr/>
            <p:nvPr/>
          </p:nvSpPr>
          <p:spPr>
            <a:xfrm rot="9888766">
              <a:off x="1853143" y="582610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57"/>
            <p:cNvSpPr/>
            <p:nvPr/>
          </p:nvSpPr>
          <p:spPr>
            <a:xfrm rot="9888766">
              <a:off x="1682949" y="79578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57"/>
            <p:cNvSpPr/>
            <p:nvPr/>
          </p:nvSpPr>
          <p:spPr>
            <a:xfrm rot="9888766">
              <a:off x="910509" y="159546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57"/>
            <p:cNvSpPr/>
            <p:nvPr/>
          </p:nvSpPr>
          <p:spPr>
            <a:xfrm rot="9888766">
              <a:off x="425436" y="487106"/>
              <a:ext cx="85439" cy="8543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57"/>
            <p:cNvSpPr/>
            <p:nvPr/>
          </p:nvSpPr>
          <p:spPr>
            <a:xfrm rot="9888766">
              <a:off x="137371" y="832466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57"/>
            <p:cNvSpPr/>
            <p:nvPr/>
          </p:nvSpPr>
          <p:spPr>
            <a:xfrm rot="9888766">
              <a:off x="291281" y="1275904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57"/>
            <p:cNvSpPr/>
            <p:nvPr/>
          </p:nvSpPr>
          <p:spPr>
            <a:xfrm rot="9888766">
              <a:off x="500189" y="1638749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57"/>
            <p:cNvSpPr/>
            <p:nvPr/>
          </p:nvSpPr>
          <p:spPr>
            <a:xfrm rot="9888766">
              <a:off x="794259" y="1346077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57"/>
            <p:cNvSpPr/>
            <p:nvPr/>
          </p:nvSpPr>
          <p:spPr>
            <a:xfrm rot="9888766">
              <a:off x="980695" y="664834"/>
              <a:ext cx="81073" cy="8107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57"/>
            <p:cNvSpPr/>
            <p:nvPr/>
          </p:nvSpPr>
          <p:spPr>
            <a:xfrm rot="9888766">
              <a:off x="676874" y="1057311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57"/>
            <p:cNvSpPr/>
            <p:nvPr/>
          </p:nvSpPr>
          <p:spPr>
            <a:xfrm rot="9888766">
              <a:off x="1039345" y="943302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6" name="Google Shape;1636;p57"/>
            <p:cNvCxnSpPr>
              <a:stCxn id="1593" idx="2"/>
              <a:endCxn id="1618" idx="7"/>
            </p:cNvCxnSpPr>
            <p:nvPr/>
          </p:nvCxnSpPr>
          <p:spPr>
            <a:xfrm flipH="1" rot="10800000">
              <a:off x="1092449" y="719946"/>
              <a:ext cx="286200" cy="243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7" name="Google Shape;1637;p57"/>
            <p:cNvCxnSpPr>
              <a:stCxn id="1590" idx="4"/>
              <a:endCxn id="1622" idx="1"/>
            </p:cNvCxnSpPr>
            <p:nvPr/>
          </p:nvCxnSpPr>
          <p:spPr>
            <a:xfrm rot="10800000">
              <a:off x="1733360" y="119926"/>
              <a:ext cx="149700" cy="464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25" name="Google Shape;1625;p57"/>
            <p:cNvSpPr/>
            <p:nvPr/>
          </p:nvSpPr>
          <p:spPr>
            <a:xfrm rot="9888766">
              <a:off x="2298758" y="191930"/>
              <a:ext cx="54048" cy="5404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8" name="Google Shape;1638;p57"/>
            <p:cNvCxnSpPr>
              <a:stCxn id="1625" idx="3"/>
            </p:cNvCxnSpPr>
            <p:nvPr/>
          </p:nvCxnSpPr>
          <p:spPr>
            <a:xfrm flipH="1" rot="10800000">
              <a:off x="2339217" y="95307"/>
              <a:ext cx="37200" cy="100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9" name="Google Shape;1639;p57"/>
            <p:cNvCxnSpPr>
              <a:stCxn id="1625" idx="1"/>
              <a:endCxn id="1640" idx="2"/>
            </p:cNvCxnSpPr>
            <p:nvPr/>
          </p:nvCxnSpPr>
          <p:spPr>
            <a:xfrm>
              <a:off x="2349230" y="232389"/>
              <a:ext cx="166200" cy="197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1" name="Google Shape;1641;p57"/>
            <p:cNvCxnSpPr>
              <a:stCxn id="1640" idx="3"/>
              <a:endCxn id="1590" idx="2"/>
            </p:cNvCxnSpPr>
            <p:nvPr/>
          </p:nvCxnSpPr>
          <p:spPr>
            <a:xfrm flipH="1">
              <a:off x="1932739" y="452345"/>
              <a:ext cx="577200" cy="160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2" name="Google Shape;1642;p57"/>
            <p:cNvCxnSpPr>
              <a:stCxn id="1591" idx="7"/>
              <a:endCxn id="1614" idx="2"/>
            </p:cNvCxnSpPr>
            <p:nvPr/>
          </p:nvCxnSpPr>
          <p:spPr>
            <a:xfrm flipH="1">
              <a:off x="579831" y="1447829"/>
              <a:ext cx="825900" cy="220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3" name="Google Shape;1643;p57"/>
            <p:cNvCxnSpPr>
              <a:stCxn id="1590" idx="1"/>
              <a:endCxn id="1644" idx="4"/>
            </p:cNvCxnSpPr>
            <p:nvPr/>
          </p:nvCxnSpPr>
          <p:spPr>
            <a:xfrm>
              <a:off x="1928851" y="643300"/>
              <a:ext cx="440700" cy="282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44" name="Google Shape;1644;p57"/>
            <p:cNvSpPr/>
            <p:nvPr/>
          </p:nvSpPr>
          <p:spPr>
            <a:xfrm rot="8852236">
              <a:off x="2355801" y="920590"/>
              <a:ext cx="59607" cy="5960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5" name="Google Shape;1645;p57"/>
            <p:cNvCxnSpPr>
              <a:stCxn id="1644" idx="6"/>
              <a:endCxn id="1591" idx="1"/>
            </p:cNvCxnSpPr>
            <p:nvPr/>
          </p:nvCxnSpPr>
          <p:spPr>
            <a:xfrm flipH="1">
              <a:off x="1454158" y="966391"/>
              <a:ext cx="906300" cy="450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46" name="Google Shape;1646;p57"/>
            <p:cNvCxnSpPr>
              <a:stCxn id="1640" idx="4"/>
              <a:endCxn id="1644" idx="2"/>
            </p:cNvCxnSpPr>
            <p:nvPr/>
          </p:nvCxnSpPr>
          <p:spPr>
            <a:xfrm flipH="1">
              <a:off x="2410737" y="471867"/>
              <a:ext cx="111000" cy="462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40" name="Google Shape;1640;p57"/>
            <p:cNvSpPr/>
            <p:nvPr/>
          </p:nvSpPr>
          <p:spPr>
            <a:xfrm rot="2181221">
              <a:off x="2509600" y="418061"/>
              <a:ext cx="59607" cy="5960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7" name="Google Shape;1647;p57"/>
            <p:cNvCxnSpPr>
              <a:endCxn id="1595" idx="4"/>
            </p:cNvCxnSpPr>
            <p:nvPr/>
          </p:nvCxnSpPr>
          <p:spPr>
            <a:xfrm>
              <a:off x="213664" y="143598"/>
              <a:ext cx="243300" cy="345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48" name="Google Shape;1648;p57"/>
            <p:cNvSpPr/>
            <p:nvPr/>
          </p:nvSpPr>
          <p:spPr>
            <a:xfrm rot="8852236">
              <a:off x="2698372" y="151431"/>
              <a:ext cx="59607" cy="5960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9" name="Google Shape;1649;p57"/>
            <p:cNvCxnSpPr>
              <a:stCxn id="1648" idx="7"/>
              <a:endCxn id="1640" idx="0"/>
            </p:cNvCxnSpPr>
            <p:nvPr/>
          </p:nvCxnSpPr>
          <p:spPr>
            <a:xfrm flipH="1">
              <a:off x="2557006" y="210327"/>
              <a:ext cx="164700" cy="213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0" name="Google Shape;1650;p57"/>
            <p:cNvCxnSpPr>
              <a:stCxn id="1648" idx="5"/>
              <a:endCxn id="1625" idx="1"/>
            </p:cNvCxnSpPr>
            <p:nvPr/>
          </p:nvCxnSpPr>
          <p:spPr>
            <a:xfrm flipH="1">
              <a:off x="2349283" y="174765"/>
              <a:ext cx="349800" cy="5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Image slide layout">
  <p:cSld name="8_Image slide layout"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58"/>
          <p:cNvSpPr/>
          <p:nvPr>
            <p:ph idx="2" type="pic"/>
          </p:nvPr>
        </p:nvSpPr>
        <p:spPr>
          <a:xfrm>
            <a:off x="3934982" y="0"/>
            <a:ext cx="432203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s slide layout">
  <p:cSld name="6_Contents slide layout"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s &amp; Contents Layout">
  <p:cSld name="2_Images &amp; Contents Layout"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60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Images &amp; Contents Layout">
  <p:cSld name="17_Images &amp; Contents Layout"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7" name="Google Shape;1657;p61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1658" name="Google Shape;1658;p61"/>
            <p:cNvCxnSpPr>
              <a:stCxn id="1659" idx="7"/>
              <a:endCxn id="1660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1" name="Google Shape;1661;p61"/>
            <p:cNvCxnSpPr>
              <a:stCxn id="1660" idx="4"/>
              <a:endCxn id="1662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3" name="Google Shape;1663;p61"/>
            <p:cNvCxnSpPr>
              <a:stCxn id="1664" idx="2"/>
              <a:endCxn id="1665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6" name="Google Shape;1666;p61"/>
            <p:cNvCxnSpPr>
              <a:stCxn id="1662" idx="5"/>
              <a:endCxn id="1664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7" name="Google Shape;1667;p61"/>
            <p:cNvCxnSpPr>
              <a:stCxn id="1660" idx="5"/>
              <a:endCxn id="1668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9" name="Google Shape;1669;p61"/>
            <p:cNvCxnSpPr>
              <a:stCxn id="1664" idx="0"/>
              <a:endCxn id="1668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0" name="Google Shape;1670;p61"/>
            <p:cNvCxnSpPr>
              <a:stCxn id="1662" idx="3"/>
              <a:endCxn id="1665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1" name="Google Shape;1671;p61"/>
            <p:cNvCxnSpPr>
              <a:stCxn id="1672" idx="7"/>
              <a:endCxn id="1673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4" name="Google Shape;1674;p61"/>
            <p:cNvCxnSpPr>
              <a:stCxn id="1664" idx="7"/>
              <a:endCxn id="1673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5" name="Google Shape;1675;p61"/>
            <p:cNvCxnSpPr>
              <a:stCxn id="1676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7" name="Google Shape;1677;p61"/>
            <p:cNvCxnSpPr>
              <a:stCxn id="1662" idx="6"/>
              <a:endCxn id="1668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8" name="Google Shape;1678;p61"/>
            <p:cNvCxnSpPr>
              <a:stCxn id="1676" idx="0"/>
              <a:endCxn id="1665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9" name="Google Shape;1679;p61"/>
            <p:cNvCxnSpPr>
              <a:stCxn id="1668" idx="6"/>
              <a:endCxn id="1673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0" name="Google Shape;1680;p61"/>
            <p:cNvCxnSpPr>
              <a:stCxn id="1681" idx="0"/>
              <a:endCxn id="1673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2" name="Google Shape;1682;p61"/>
            <p:cNvCxnSpPr>
              <a:stCxn id="1683" idx="1"/>
              <a:endCxn id="1673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4" name="Google Shape;1684;p61"/>
            <p:cNvCxnSpPr>
              <a:stCxn id="1683" idx="0"/>
              <a:endCxn id="1685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6" name="Google Shape;1686;p61"/>
            <p:cNvCxnSpPr>
              <a:stCxn id="1685" idx="2"/>
              <a:endCxn id="1673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7" name="Google Shape;1687;p61"/>
            <p:cNvCxnSpPr>
              <a:stCxn id="1685" idx="7"/>
              <a:endCxn id="1688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89" name="Google Shape;1689;p61"/>
            <p:cNvCxnSpPr>
              <a:stCxn id="1685" idx="6"/>
              <a:endCxn id="1690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1" name="Google Shape;1691;p61"/>
            <p:cNvCxnSpPr>
              <a:stCxn id="1690" idx="7"/>
              <a:endCxn id="1692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3" name="Google Shape;1693;p61"/>
            <p:cNvCxnSpPr>
              <a:stCxn id="1694" idx="0"/>
              <a:endCxn id="1660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5" name="Google Shape;1695;p61"/>
            <p:cNvCxnSpPr>
              <a:stCxn id="1665" idx="2"/>
              <a:endCxn id="1694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6" name="Google Shape;1696;p61"/>
            <p:cNvCxnSpPr>
              <a:stCxn id="1676" idx="1"/>
              <a:endCxn id="1694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7" name="Google Shape;1697;p61"/>
            <p:cNvCxnSpPr>
              <a:stCxn id="1698" idx="7"/>
              <a:endCxn id="1694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9" name="Google Shape;1699;p61"/>
            <p:cNvCxnSpPr>
              <a:stCxn id="1659" idx="6"/>
              <a:endCxn id="1694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0" name="Google Shape;1700;p61"/>
            <p:cNvCxnSpPr>
              <a:stCxn id="1701" idx="7"/>
              <a:endCxn id="1659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2" name="Google Shape;1702;p61"/>
            <p:cNvCxnSpPr>
              <a:stCxn id="1701" idx="6"/>
              <a:endCxn id="1698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3" name="Google Shape;1703;p61"/>
            <p:cNvCxnSpPr>
              <a:stCxn id="1701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4" name="Google Shape;1704;p61"/>
            <p:cNvCxnSpPr>
              <a:stCxn id="1698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5" name="Google Shape;1705;p61"/>
            <p:cNvCxnSpPr>
              <a:stCxn id="1698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6" name="Google Shape;1706;p61"/>
            <p:cNvCxnSpPr>
              <a:stCxn id="1676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7" name="Google Shape;1707;p61"/>
            <p:cNvCxnSpPr>
              <a:stCxn id="1698" idx="6"/>
              <a:endCxn id="1676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8" name="Google Shape;1708;p61"/>
            <p:cNvCxnSpPr>
              <a:stCxn id="1676" idx="6"/>
              <a:endCxn id="1664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9" name="Google Shape;1709;p61"/>
            <p:cNvCxnSpPr>
              <a:stCxn id="1681" idx="2"/>
              <a:endCxn id="1664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0" name="Google Shape;1710;p61"/>
            <p:cNvCxnSpPr>
              <a:stCxn id="1711" idx="0"/>
              <a:endCxn id="1664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2" name="Google Shape;1712;p61"/>
            <p:cNvCxnSpPr>
              <a:endCxn id="1664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3" name="Google Shape;1713;p61"/>
            <p:cNvCxnSpPr>
              <a:stCxn id="1711" idx="2"/>
              <a:endCxn id="1681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4" name="Google Shape;1714;p61"/>
            <p:cNvCxnSpPr>
              <a:stCxn id="1683" idx="2"/>
              <a:endCxn id="1681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5" name="Google Shape;1715;p61"/>
            <p:cNvCxnSpPr>
              <a:stCxn id="1683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6" name="Google Shape;1716;p61"/>
            <p:cNvCxnSpPr>
              <a:stCxn id="1717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8" name="Google Shape;1718;p61"/>
            <p:cNvCxnSpPr>
              <a:stCxn id="1717" idx="2"/>
              <a:endCxn id="1683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9" name="Google Shape;1719;p61"/>
            <p:cNvCxnSpPr>
              <a:stCxn id="1690" idx="4"/>
              <a:endCxn id="1717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0" name="Google Shape;1720;p61"/>
            <p:cNvCxnSpPr>
              <a:stCxn id="1721" idx="3"/>
              <a:endCxn id="1717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2" name="Google Shape;1722;p61"/>
            <p:cNvCxnSpPr>
              <a:stCxn id="1721" idx="2"/>
              <a:endCxn id="1690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3" name="Google Shape;1723;p61"/>
            <p:cNvCxnSpPr>
              <a:stCxn id="1721" idx="1"/>
              <a:endCxn id="1692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4" name="Google Shape;1724;p61"/>
            <p:cNvCxnSpPr>
              <a:stCxn id="1725" idx="1"/>
              <a:endCxn id="1692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6" name="Google Shape;1726;p61"/>
            <p:cNvCxnSpPr>
              <a:stCxn id="1725" idx="0"/>
              <a:endCxn id="1727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8" name="Google Shape;1728;p61"/>
            <p:cNvCxnSpPr>
              <a:stCxn id="1729" idx="7"/>
              <a:endCxn id="1730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1" name="Google Shape;1731;p61"/>
            <p:cNvCxnSpPr>
              <a:endCxn id="1732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3" name="Google Shape;1733;p61"/>
            <p:cNvCxnSpPr>
              <a:stCxn id="1729" idx="0"/>
              <a:endCxn id="1688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4" name="Google Shape;1734;p61"/>
            <p:cNvCxnSpPr>
              <a:stCxn id="1735" idx="0"/>
              <a:endCxn id="1736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7" name="Google Shape;1737;p61"/>
            <p:cNvCxnSpPr>
              <a:stCxn id="1735" idx="1"/>
              <a:endCxn id="1727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8" name="Google Shape;1738;p61"/>
            <p:cNvCxnSpPr>
              <a:stCxn id="1727" idx="2"/>
              <a:endCxn id="1692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9" name="Google Shape;1739;p61"/>
            <p:cNvCxnSpPr>
              <a:stCxn id="1725" idx="2"/>
              <a:endCxn id="1721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0" name="Google Shape;1740;p61"/>
            <p:cNvCxnSpPr>
              <a:stCxn id="1732" idx="1"/>
              <a:endCxn id="1721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1" name="Google Shape;1741;p61"/>
            <p:cNvCxnSpPr>
              <a:stCxn id="1732" idx="3"/>
              <a:endCxn id="1742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3" name="Google Shape;1743;p61"/>
            <p:cNvCxnSpPr>
              <a:stCxn id="1721" idx="4"/>
              <a:endCxn id="1742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4" name="Google Shape;1744;p61"/>
            <p:cNvCxnSpPr>
              <a:stCxn id="1717" idx="5"/>
              <a:endCxn id="1742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5" name="Google Shape;1745;p61"/>
            <p:cNvCxnSpPr>
              <a:stCxn id="1732" idx="7"/>
              <a:endCxn id="1725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6" name="Google Shape;1746;p61"/>
            <p:cNvCxnSpPr>
              <a:stCxn id="1683" idx="7"/>
              <a:endCxn id="1690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7" name="Google Shape;1747;p61"/>
            <p:cNvCxnSpPr>
              <a:endCxn id="1732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60" name="Google Shape;1660;p61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61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61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61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61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61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61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61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61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61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61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61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61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61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61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61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61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61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61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61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8" name="Google Shape;1748;p61"/>
            <p:cNvCxnSpPr>
              <a:stCxn id="1662" idx="2"/>
              <a:endCxn id="1694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9" name="Google Shape;1749;p61"/>
            <p:cNvCxnSpPr>
              <a:stCxn id="1659" idx="4"/>
              <a:endCxn id="1698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01" name="Google Shape;1701;p61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0" name="Google Shape;1750;p61"/>
            <p:cNvCxnSpPr>
              <a:stCxn id="1701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1" name="Google Shape;1751;p61"/>
            <p:cNvCxnSpPr>
              <a:stCxn id="1701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2" name="Google Shape;1752;p61"/>
            <p:cNvCxnSpPr>
              <a:stCxn id="1701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3" name="Google Shape;1753;p61"/>
            <p:cNvCxnSpPr>
              <a:endCxn id="1659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11" name="Google Shape;1711;p61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61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4" name="Google Shape;1754;p61"/>
            <p:cNvCxnSpPr>
              <a:stCxn id="1711" idx="1"/>
              <a:endCxn id="1683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5" name="Google Shape;1755;p61"/>
            <p:cNvCxnSpPr>
              <a:endCxn id="1756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7" name="Google Shape;1757;p61"/>
            <p:cNvCxnSpPr>
              <a:endCxn id="1735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8" name="Google Shape;1758;p61"/>
            <p:cNvCxnSpPr>
              <a:stCxn id="1756" idx="0"/>
              <a:endCxn id="1735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9" name="Google Shape;1759;p61"/>
            <p:cNvCxnSpPr>
              <a:stCxn id="1736" idx="2"/>
              <a:endCxn id="1760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1" name="Google Shape;1761;p61"/>
            <p:cNvCxnSpPr>
              <a:stCxn id="1756" idx="7"/>
              <a:endCxn id="1760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2" name="Google Shape;1762;p61"/>
            <p:cNvCxnSpPr>
              <a:endCxn id="1735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3" name="Google Shape;1763;p61"/>
            <p:cNvCxnSpPr>
              <a:stCxn id="1735" idx="6"/>
              <a:endCxn id="1760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4" name="Google Shape;1764;p61"/>
            <p:cNvCxnSpPr>
              <a:stCxn id="1765" idx="0"/>
              <a:endCxn id="1760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6" name="Google Shape;1766;p61"/>
            <p:cNvCxnSpPr>
              <a:stCxn id="1767" idx="1"/>
              <a:endCxn id="1760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8" name="Google Shape;1768;p61"/>
            <p:cNvCxnSpPr>
              <a:stCxn id="1767" idx="0"/>
              <a:endCxn id="1729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69" name="Google Shape;1769;p61"/>
            <p:cNvCxnSpPr>
              <a:stCxn id="1729" idx="2"/>
              <a:endCxn id="1760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0" name="Google Shape;1770;p61"/>
            <p:cNvCxnSpPr>
              <a:stCxn id="1729" idx="7"/>
              <a:endCxn id="1771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2" name="Google Shape;1772;p61"/>
            <p:cNvCxnSpPr>
              <a:stCxn id="1729" idx="6"/>
              <a:endCxn id="1773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4" name="Google Shape;1774;p61"/>
            <p:cNvCxnSpPr>
              <a:stCxn id="1773" idx="7"/>
              <a:endCxn id="1771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5" name="Google Shape;1775;p61"/>
            <p:cNvCxnSpPr>
              <a:stCxn id="1688" idx="1"/>
              <a:endCxn id="1760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6" name="Google Shape;1776;p61"/>
            <p:cNvCxnSpPr>
              <a:endCxn id="1756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7" name="Google Shape;1777;p61"/>
            <p:cNvCxnSpPr>
              <a:stCxn id="1765" idx="2"/>
              <a:endCxn id="1756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8" name="Google Shape;1778;p61"/>
            <p:cNvCxnSpPr>
              <a:stCxn id="1779" idx="0"/>
              <a:endCxn id="1756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0" name="Google Shape;1780;p61"/>
            <p:cNvCxnSpPr>
              <a:endCxn id="1756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1" name="Google Shape;1781;p61"/>
            <p:cNvCxnSpPr>
              <a:stCxn id="1779" idx="2"/>
              <a:endCxn id="1765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2" name="Google Shape;1782;p61"/>
            <p:cNvCxnSpPr>
              <a:stCxn id="1767" idx="2"/>
              <a:endCxn id="1765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3" name="Google Shape;1783;p61"/>
            <p:cNvCxnSpPr>
              <a:stCxn id="1767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4" name="Google Shape;1784;p61"/>
            <p:cNvCxnSpPr>
              <a:stCxn id="1785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6" name="Google Shape;1786;p61"/>
            <p:cNvCxnSpPr>
              <a:stCxn id="1785" idx="2"/>
              <a:endCxn id="1767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7" name="Google Shape;1787;p61"/>
            <p:cNvCxnSpPr>
              <a:stCxn id="1773" idx="4"/>
              <a:endCxn id="1785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8" name="Google Shape;1788;p61"/>
            <p:cNvCxnSpPr>
              <a:stCxn id="1789" idx="3"/>
              <a:endCxn id="1785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0" name="Google Shape;1790;p61"/>
            <p:cNvCxnSpPr>
              <a:stCxn id="1789" idx="2"/>
              <a:endCxn id="1773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1" name="Google Shape;1791;p61"/>
            <p:cNvCxnSpPr>
              <a:stCxn id="1789" idx="1"/>
              <a:endCxn id="1771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2" name="Google Shape;1792;p61"/>
            <p:cNvCxnSpPr>
              <a:stCxn id="1793" idx="1"/>
              <a:endCxn id="1771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4" name="Google Shape;1794;p61"/>
            <p:cNvCxnSpPr>
              <a:stCxn id="1793" idx="0"/>
              <a:endCxn id="1795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6" name="Google Shape;1796;p61"/>
            <p:cNvCxnSpPr>
              <a:stCxn id="1797" idx="0"/>
              <a:endCxn id="1798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9" name="Google Shape;1799;p61"/>
            <p:cNvCxnSpPr>
              <a:stCxn id="1800" idx="7"/>
              <a:endCxn id="1798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1" name="Google Shape;1801;p61"/>
            <p:cNvCxnSpPr>
              <a:endCxn id="1797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2" name="Google Shape;1802;p61"/>
            <p:cNvCxnSpPr>
              <a:stCxn id="1803" idx="5"/>
              <a:endCxn id="1804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5" name="Google Shape;1805;p61"/>
            <p:cNvCxnSpPr>
              <a:endCxn id="1804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6" name="Google Shape;1806;p61"/>
            <p:cNvCxnSpPr>
              <a:stCxn id="1804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7" name="Google Shape;1807;p61"/>
            <p:cNvCxnSpPr>
              <a:stCxn id="1804" idx="3"/>
              <a:endCxn id="1808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9" name="Google Shape;1809;p61"/>
            <p:cNvCxnSpPr>
              <a:stCxn id="1804" idx="1"/>
              <a:endCxn id="1793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0" name="Google Shape;1810;p61"/>
            <p:cNvCxnSpPr>
              <a:stCxn id="1797" idx="2"/>
              <a:endCxn id="1793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1" name="Google Shape;1811;p61"/>
            <p:cNvCxnSpPr>
              <a:stCxn id="1798" idx="3"/>
              <a:endCxn id="1793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2" name="Google Shape;1812;p61"/>
            <p:cNvCxnSpPr>
              <a:stCxn id="1798" idx="2"/>
              <a:endCxn id="1795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3" name="Google Shape;1813;p61"/>
            <p:cNvCxnSpPr>
              <a:stCxn id="1795" idx="1"/>
              <a:endCxn id="1771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4" name="Google Shape;1814;p61"/>
            <p:cNvCxnSpPr>
              <a:stCxn id="1793" idx="2"/>
              <a:endCxn id="1789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5" name="Google Shape;1815;p61"/>
            <p:cNvCxnSpPr>
              <a:stCxn id="1808" idx="1"/>
              <a:endCxn id="1789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6" name="Google Shape;1816;p61"/>
            <p:cNvCxnSpPr>
              <a:stCxn id="1808" idx="3"/>
              <a:endCxn id="1817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8" name="Google Shape;1818;p61"/>
            <p:cNvCxnSpPr>
              <a:stCxn id="1789" idx="4"/>
              <a:endCxn id="1817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9" name="Google Shape;1819;p61"/>
            <p:cNvCxnSpPr>
              <a:stCxn id="1785" idx="5"/>
              <a:endCxn id="1817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0" name="Google Shape;1820;p61"/>
            <p:cNvCxnSpPr>
              <a:stCxn id="1808" idx="7"/>
              <a:endCxn id="1793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1" name="Google Shape;1821;p61"/>
            <p:cNvCxnSpPr>
              <a:stCxn id="1767" idx="7"/>
              <a:endCxn id="1773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2" name="Google Shape;1822;p61"/>
            <p:cNvCxnSpPr>
              <a:endCxn id="1808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3" name="Google Shape;1823;p61"/>
            <p:cNvCxnSpPr>
              <a:stCxn id="1804" idx="7"/>
              <a:endCxn id="1797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56" name="Google Shape;1756;p61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61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61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61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61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61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1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61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61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61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61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61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61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61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61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61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1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61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4" name="Google Shape;1824;p61"/>
            <p:cNvCxnSpPr>
              <a:stCxn id="1779" idx="1"/>
              <a:endCxn id="1767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5" name="Google Shape;1825;p61"/>
            <p:cNvCxnSpPr>
              <a:stCxn id="1826" idx="6"/>
              <a:endCxn id="1798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7" name="Google Shape;1827;p61"/>
            <p:cNvCxnSpPr>
              <a:stCxn id="1828" idx="4"/>
              <a:endCxn id="1800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9" name="Google Shape;1829;p61"/>
            <p:cNvCxnSpPr>
              <a:stCxn id="1800" idx="4"/>
              <a:endCxn id="1803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0" name="Google Shape;1830;p61"/>
            <p:cNvCxnSpPr>
              <a:stCxn id="1831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2" name="Google Shape;1832;p61"/>
            <p:cNvCxnSpPr>
              <a:stCxn id="1831" idx="0"/>
              <a:endCxn id="1803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3" name="Google Shape;1833;p61"/>
            <p:cNvCxnSpPr>
              <a:stCxn id="1834" idx="1"/>
              <a:endCxn id="1828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5" name="Google Shape;1835;p61"/>
            <p:cNvCxnSpPr>
              <a:stCxn id="1803" idx="2"/>
              <a:endCxn id="1834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6" name="Google Shape;1836;p61"/>
            <p:cNvCxnSpPr>
              <a:stCxn id="1831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7" name="Google Shape;1837;p61"/>
            <p:cNvCxnSpPr>
              <a:stCxn id="1798" idx="1"/>
              <a:endCxn id="1660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8" name="Google Shape;1838;p61"/>
            <p:cNvCxnSpPr>
              <a:stCxn id="1839" idx="6"/>
              <a:endCxn id="1840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1" name="Google Shape;1841;p61"/>
            <p:cNvCxnSpPr>
              <a:stCxn id="1828" idx="7"/>
              <a:endCxn id="1839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2" name="Google Shape;1842;p61"/>
            <p:cNvCxnSpPr>
              <a:stCxn id="1828" idx="5"/>
              <a:endCxn id="1826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3" name="Google Shape;1843;p61"/>
            <p:cNvCxnSpPr>
              <a:stCxn id="1840" idx="3"/>
              <a:endCxn id="1826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4" name="Google Shape;1844;p61"/>
            <p:cNvCxnSpPr>
              <a:stCxn id="1826" idx="4"/>
              <a:endCxn id="1800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5" name="Google Shape;1845;p61"/>
            <p:cNvCxnSpPr>
              <a:stCxn id="1804" idx="2"/>
              <a:endCxn id="1831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6" name="Google Shape;1846;p61"/>
            <p:cNvCxnSpPr>
              <a:endCxn id="1831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28" name="Google Shape;1828;p61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61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61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61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61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61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1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7" name="Google Shape;1847;p61"/>
            <p:cNvCxnSpPr>
              <a:stCxn id="1800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8" name="Google Shape;1848;p61"/>
            <p:cNvCxnSpPr>
              <a:stCxn id="1839" idx="4"/>
              <a:endCxn id="1826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72" name="Google Shape;1672;p61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9" name="Google Shape;1849;p61"/>
            <p:cNvCxnSpPr>
              <a:stCxn id="1672" idx="3"/>
              <a:endCxn id="1795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0" name="Google Shape;1850;p61"/>
            <p:cNvCxnSpPr>
              <a:stCxn id="1672" idx="2"/>
              <a:endCxn id="1660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1" name="Google Shape;1851;p61"/>
            <p:cNvCxnSpPr>
              <a:stCxn id="1839" idx="7"/>
              <a:endCxn id="1659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2" name="Google Shape;1852;p61"/>
            <p:cNvCxnSpPr>
              <a:endCxn id="1839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34" name="Google Shape;1834;p61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3" name="Google Shape;1853;p61"/>
            <p:cNvCxnSpPr>
              <a:stCxn id="1803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4" name="Google Shape;1854;p61"/>
            <p:cNvCxnSpPr>
              <a:stCxn id="1840" idx="6"/>
              <a:endCxn id="1660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5" name="Google Shape;1855;p61"/>
            <p:cNvCxnSpPr>
              <a:stCxn id="1840" idx="5"/>
              <a:endCxn id="1798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6" name="Google Shape;1856;p61"/>
            <p:cNvCxnSpPr>
              <a:stCxn id="1659" idx="0"/>
              <a:endCxn id="1840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7" name="Google Shape;1857;p61"/>
            <p:cNvCxnSpPr>
              <a:stCxn id="1800" idx="5"/>
              <a:endCxn id="1797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8" name="Google Shape;1858;p61"/>
            <p:cNvCxnSpPr>
              <a:stCxn id="1795" idx="7"/>
              <a:endCxn id="1660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9" name="Google Shape;1859;p61"/>
            <p:cNvCxnSpPr>
              <a:stCxn id="1668" idx="7"/>
              <a:endCxn id="1672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0" name="Google Shape;1860;p61"/>
            <p:cNvCxnSpPr>
              <a:stCxn id="1771" idx="7"/>
              <a:endCxn id="1673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1" name="Google Shape;1861;p61"/>
            <p:cNvCxnSpPr>
              <a:stCxn id="1771" idx="6"/>
              <a:endCxn id="1672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2" name="Google Shape;1862;p61"/>
            <p:cNvCxnSpPr>
              <a:stCxn id="1685" idx="0"/>
              <a:endCxn id="1771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3" name="Google Shape;1863;p61"/>
            <p:cNvCxnSpPr>
              <a:stCxn id="1688" idx="0"/>
              <a:endCxn id="1736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4" name="Google Shape;1864;p61"/>
            <p:cNvCxnSpPr>
              <a:stCxn id="1692" idx="0"/>
              <a:endCxn id="1736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5" name="Google Shape;1865;p61"/>
            <p:cNvCxnSpPr>
              <a:stCxn id="1690" idx="0"/>
              <a:endCxn id="1688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6" name="Google Shape;1866;p61"/>
            <p:cNvCxnSpPr>
              <a:stCxn id="1771" idx="1"/>
              <a:endCxn id="1730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7" name="Google Shape;1867;p61"/>
            <p:cNvCxnSpPr>
              <a:stCxn id="1685" idx="0"/>
              <a:endCxn id="1730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8" name="Google Shape;1868;p61"/>
            <p:cNvCxnSpPr>
              <a:stCxn id="1730" idx="7"/>
              <a:endCxn id="1688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36" name="Google Shape;1736;p61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61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61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69" name="Google Shape;1869;p61"/>
            <p:cNvCxnSpPr>
              <a:stCxn id="1727" idx="0"/>
              <a:endCxn id="1736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0" name="Google Shape;1870;p61"/>
            <p:cNvCxnSpPr>
              <a:endCxn id="1727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71" name="Google Shape;1871;p61"/>
          <p:cNvSpPr/>
          <p:nvPr/>
        </p:nvSpPr>
        <p:spPr>
          <a:xfrm flipH="1">
            <a:off x="1" y="0"/>
            <a:ext cx="647484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2" name="Google Shape;1872;p61"/>
          <p:cNvGrpSpPr/>
          <p:nvPr/>
        </p:nvGrpSpPr>
        <p:grpSpPr>
          <a:xfrm>
            <a:off x="837001" y="3639353"/>
            <a:ext cx="4874969" cy="2678466"/>
            <a:chOff x="-548507" y="477868"/>
            <a:chExt cx="11570449" cy="6357177"/>
          </a:xfrm>
        </p:grpSpPr>
        <p:sp>
          <p:nvSpPr>
            <p:cNvPr id="1873" name="Google Shape;1873;p61"/>
            <p:cNvSpPr/>
            <p:nvPr/>
          </p:nvSpPr>
          <p:spPr>
            <a:xfrm>
              <a:off x="-482765" y="6440599"/>
              <a:ext cx="11438966" cy="394446"/>
            </a:xfrm>
            <a:custGeom>
              <a:rect b="b" l="l" r="r" t="t"/>
              <a:pathLst>
                <a:path extrusionOk="0" h="57150" w="16573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61"/>
            <p:cNvSpPr/>
            <p:nvPr/>
          </p:nvSpPr>
          <p:spPr>
            <a:xfrm>
              <a:off x="700575" y="477868"/>
              <a:ext cx="9072285" cy="5916709"/>
            </a:xfrm>
            <a:custGeom>
              <a:rect b="b" l="l" r="r" t="t"/>
              <a:pathLst>
                <a:path extrusionOk="0" h="857250" w="13144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61"/>
            <p:cNvSpPr/>
            <p:nvPr/>
          </p:nvSpPr>
          <p:spPr>
            <a:xfrm>
              <a:off x="1088451" y="839448"/>
              <a:ext cx="8283390" cy="5062073"/>
            </a:xfrm>
            <a:custGeom>
              <a:rect b="b" l="l" r="r" t="t"/>
              <a:pathLst>
                <a:path extrusionOk="0" h="733425" w="120015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61"/>
            <p:cNvSpPr/>
            <p:nvPr/>
          </p:nvSpPr>
          <p:spPr>
            <a:xfrm>
              <a:off x="-548507" y="6164484"/>
              <a:ext cx="11570449" cy="460187"/>
            </a:xfrm>
            <a:custGeom>
              <a:rect b="b" l="l" r="r" t="t"/>
              <a:pathLst>
                <a:path extrusionOk="0" h="66675" w="167640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61"/>
            <p:cNvSpPr/>
            <p:nvPr/>
          </p:nvSpPr>
          <p:spPr>
            <a:xfrm>
              <a:off x="4438629" y="6215033"/>
              <a:ext cx="1618413" cy="184076"/>
            </a:xfrm>
            <a:custGeom>
              <a:rect b="b" l="l" r="r" t="t"/>
              <a:pathLst>
                <a:path extrusionOk="0" h="184076" w="1618413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8" name="Google Shape;1878;p61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879" name="Google Shape;1879;p61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fmla="val 28154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61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fmla="val 28154" name="adj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1" name="Google Shape;1881;p61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882" name="Google Shape;1882;p61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fmla="val 28154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61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fmla="val 28154" name="adj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4" name="Google Shape;1884;p61"/>
            <p:cNvSpPr/>
            <p:nvPr/>
          </p:nvSpPr>
          <p:spPr>
            <a:xfrm>
              <a:off x="3892805" y="496953"/>
              <a:ext cx="5479036" cy="5431217"/>
            </a:xfrm>
            <a:custGeom>
              <a:rect b="b" l="l" r="r" t="t"/>
              <a:pathLst>
                <a:path extrusionOk="0" h="4035268" w="3976489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5" name="Google Shape;1885;p61"/>
          <p:cNvSpPr/>
          <p:nvPr>
            <p:ph idx="2" type="pic"/>
          </p:nvPr>
        </p:nvSpPr>
        <p:spPr>
          <a:xfrm>
            <a:off x="1474254" y="3784132"/>
            <a:ext cx="3574717" cy="21917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ontents slide layout">
  <p:cSld name="9_Contents slide layout"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7" name="Google Shape;1887;p62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1888" name="Google Shape;1888;p62"/>
            <p:cNvCxnSpPr>
              <a:stCxn id="1889" idx="7"/>
              <a:endCxn id="1890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1" name="Google Shape;1891;p62"/>
            <p:cNvCxnSpPr>
              <a:stCxn id="1890" idx="4"/>
              <a:endCxn id="1892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3" name="Google Shape;1893;p62"/>
            <p:cNvCxnSpPr>
              <a:stCxn id="1894" idx="2"/>
              <a:endCxn id="1895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6" name="Google Shape;1896;p62"/>
            <p:cNvCxnSpPr>
              <a:stCxn id="1892" idx="5"/>
              <a:endCxn id="1894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7" name="Google Shape;1897;p62"/>
            <p:cNvCxnSpPr>
              <a:stCxn id="1890" idx="5"/>
              <a:endCxn id="1898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9" name="Google Shape;1899;p62"/>
            <p:cNvCxnSpPr>
              <a:stCxn id="1894" idx="0"/>
              <a:endCxn id="1898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0" name="Google Shape;1900;p62"/>
            <p:cNvCxnSpPr>
              <a:stCxn id="1892" idx="3"/>
              <a:endCxn id="1895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1" name="Google Shape;1901;p62"/>
            <p:cNvCxnSpPr>
              <a:stCxn id="1902" idx="7"/>
              <a:endCxn id="1903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4" name="Google Shape;1904;p62"/>
            <p:cNvCxnSpPr>
              <a:stCxn id="1894" idx="7"/>
              <a:endCxn id="1903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5" name="Google Shape;1905;p62"/>
            <p:cNvCxnSpPr>
              <a:stCxn id="1906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7" name="Google Shape;1907;p62"/>
            <p:cNvCxnSpPr>
              <a:stCxn id="1892" idx="6"/>
              <a:endCxn id="1898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8" name="Google Shape;1908;p62"/>
            <p:cNvCxnSpPr>
              <a:stCxn id="1906" idx="0"/>
              <a:endCxn id="1895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9" name="Google Shape;1909;p62"/>
            <p:cNvCxnSpPr>
              <a:stCxn id="1898" idx="6"/>
              <a:endCxn id="1903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0" name="Google Shape;1910;p62"/>
            <p:cNvCxnSpPr>
              <a:stCxn id="1911" idx="0"/>
              <a:endCxn id="1903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2" name="Google Shape;1912;p62"/>
            <p:cNvCxnSpPr>
              <a:stCxn id="1913" idx="1"/>
              <a:endCxn id="1903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4" name="Google Shape;1914;p62"/>
            <p:cNvCxnSpPr>
              <a:stCxn id="1913" idx="0"/>
              <a:endCxn id="1915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6" name="Google Shape;1916;p62"/>
            <p:cNvCxnSpPr>
              <a:stCxn id="1915" idx="2"/>
              <a:endCxn id="1903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7" name="Google Shape;1917;p62"/>
            <p:cNvCxnSpPr>
              <a:stCxn id="1915" idx="7"/>
              <a:endCxn id="1918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9" name="Google Shape;1919;p62"/>
            <p:cNvCxnSpPr>
              <a:stCxn id="1915" idx="6"/>
              <a:endCxn id="1920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1" name="Google Shape;1921;p62"/>
            <p:cNvCxnSpPr>
              <a:stCxn id="1920" idx="7"/>
              <a:endCxn id="1922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3" name="Google Shape;1923;p62"/>
            <p:cNvCxnSpPr>
              <a:stCxn id="1924" idx="0"/>
              <a:endCxn id="1890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5" name="Google Shape;1925;p62"/>
            <p:cNvCxnSpPr>
              <a:stCxn id="1895" idx="2"/>
              <a:endCxn id="1924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6" name="Google Shape;1926;p62"/>
            <p:cNvCxnSpPr>
              <a:stCxn id="1906" idx="1"/>
              <a:endCxn id="1924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7" name="Google Shape;1927;p62"/>
            <p:cNvCxnSpPr>
              <a:stCxn id="1928" idx="7"/>
              <a:endCxn id="1924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9" name="Google Shape;1929;p62"/>
            <p:cNvCxnSpPr>
              <a:stCxn id="1889" idx="6"/>
              <a:endCxn id="1924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0" name="Google Shape;1930;p62"/>
            <p:cNvCxnSpPr>
              <a:stCxn id="1931" idx="7"/>
              <a:endCxn id="1889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2" name="Google Shape;1932;p62"/>
            <p:cNvCxnSpPr>
              <a:stCxn id="1931" idx="6"/>
              <a:endCxn id="1928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3" name="Google Shape;1933;p62"/>
            <p:cNvCxnSpPr>
              <a:stCxn id="1931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4" name="Google Shape;1934;p62"/>
            <p:cNvCxnSpPr>
              <a:stCxn id="1928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5" name="Google Shape;1935;p62"/>
            <p:cNvCxnSpPr>
              <a:stCxn id="1928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6" name="Google Shape;1936;p62"/>
            <p:cNvCxnSpPr>
              <a:stCxn id="1906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7" name="Google Shape;1937;p62"/>
            <p:cNvCxnSpPr>
              <a:stCxn id="1928" idx="6"/>
              <a:endCxn id="1906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8" name="Google Shape;1938;p62"/>
            <p:cNvCxnSpPr>
              <a:stCxn id="1906" idx="6"/>
              <a:endCxn id="1894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9" name="Google Shape;1939;p62"/>
            <p:cNvCxnSpPr>
              <a:stCxn id="1911" idx="2"/>
              <a:endCxn id="1894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0" name="Google Shape;1940;p62"/>
            <p:cNvCxnSpPr>
              <a:stCxn id="1941" idx="0"/>
              <a:endCxn id="1894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2" name="Google Shape;1942;p62"/>
            <p:cNvCxnSpPr>
              <a:endCxn id="1894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3" name="Google Shape;1943;p62"/>
            <p:cNvCxnSpPr>
              <a:stCxn id="1941" idx="2"/>
              <a:endCxn id="1911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4" name="Google Shape;1944;p62"/>
            <p:cNvCxnSpPr>
              <a:stCxn id="1913" idx="2"/>
              <a:endCxn id="1911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5" name="Google Shape;1945;p62"/>
            <p:cNvCxnSpPr>
              <a:stCxn id="1913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6" name="Google Shape;1946;p62"/>
            <p:cNvCxnSpPr>
              <a:stCxn id="1947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8" name="Google Shape;1948;p62"/>
            <p:cNvCxnSpPr>
              <a:stCxn id="1947" idx="2"/>
              <a:endCxn id="1913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9" name="Google Shape;1949;p62"/>
            <p:cNvCxnSpPr>
              <a:stCxn id="1920" idx="4"/>
              <a:endCxn id="1947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0" name="Google Shape;1950;p62"/>
            <p:cNvCxnSpPr>
              <a:stCxn id="1951" idx="3"/>
              <a:endCxn id="1947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2" name="Google Shape;1952;p62"/>
            <p:cNvCxnSpPr>
              <a:stCxn id="1951" idx="2"/>
              <a:endCxn id="1920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3" name="Google Shape;1953;p62"/>
            <p:cNvCxnSpPr>
              <a:stCxn id="1951" idx="1"/>
              <a:endCxn id="1922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4" name="Google Shape;1954;p62"/>
            <p:cNvCxnSpPr>
              <a:stCxn id="1955" idx="1"/>
              <a:endCxn id="1922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6" name="Google Shape;1956;p62"/>
            <p:cNvCxnSpPr>
              <a:stCxn id="1955" idx="0"/>
              <a:endCxn id="1957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8" name="Google Shape;1958;p62"/>
            <p:cNvCxnSpPr>
              <a:stCxn id="1959" idx="7"/>
              <a:endCxn id="1960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1" name="Google Shape;1961;p62"/>
            <p:cNvCxnSpPr>
              <a:endCxn id="1962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3" name="Google Shape;1963;p62"/>
            <p:cNvCxnSpPr>
              <a:stCxn id="1959" idx="0"/>
              <a:endCxn id="1918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4" name="Google Shape;1964;p62"/>
            <p:cNvCxnSpPr>
              <a:stCxn id="1965" idx="0"/>
              <a:endCxn id="1966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7" name="Google Shape;1967;p62"/>
            <p:cNvCxnSpPr>
              <a:stCxn id="1965" idx="1"/>
              <a:endCxn id="1957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8" name="Google Shape;1968;p62"/>
            <p:cNvCxnSpPr>
              <a:stCxn id="1957" idx="2"/>
              <a:endCxn id="1922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9" name="Google Shape;1969;p62"/>
            <p:cNvCxnSpPr>
              <a:stCxn id="1955" idx="2"/>
              <a:endCxn id="1951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0" name="Google Shape;1970;p62"/>
            <p:cNvCxnSpPr>
              <a:stCxn id="1962" idx="1"/>
              <a:endCxn id="1951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1" name="Google Shape;1971;p62"/>
            <p:cNvCxnSpPr>
              <a:stCxn id="1962" idx="3"/>
              <a:endCxn id="1972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3" name="Google Shape;1973;p62"/>
            <p:cNvCxnSpPr>
              <a:stCxn id="1951" idx="4"/>
              <a:endCxn id="1972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4" name="Google Shape;1974;p62"/>
            <p:cNvCxnSpPr>
              <a:stCxn id="1947" idx="5"/>
              <a:endCxn id="1972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5" name="Google Shape;1975;p62"/>
            <p:cNvCxnSpPr>
              <a:stCxn id="1962" idx="7"/>
              <a:endCxn id="1955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6" name="Google Shape;1976;p62"/>
            <p:cNvCxnSpPr>
              <a:stCxn id="1913" idx="7"/>
              <a:endCxn id="1920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7" name="Google Shape;1977;p62"/>
            <p:cNvCxnSpPr>
              <a:endCxn id="1962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90" name="Google Shape;1890;p62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62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62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62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62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62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62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62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62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62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62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62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62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62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62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62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62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62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62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62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8" name="Google Shape;1978;p62"/>
            <p:cNvCxnSpPr>
              <a:stCxn id="1892" idx="2"/>
              <a:endCxn id="1924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9" name="Google Shape;1979;p62"/>
            <p:cNvCxnSpPr>
              <a:stCxn id="1889" idx="4"/>
              <a:endCxn id="1928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31" name="Google Shape;1931;p62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0" name="Google Shape;1980;p62"/>
            <p:cNvCxnSpPr>
              <a:stCxn id="1931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1" name="Google Shape;1981;p62"/>
            <p:cNvCxnSpPr>
              <a:stCxn id="1931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2" name="Google Shape;1982;p62"/>
            <p:cNvCxnSpPr>
              <a:stCxn id="1931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3" name="Google Shape;1983;p62"/>
            <p:cNvCxnSpPr>
              <a:endCxn id="1889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41" name="Google Shape;1941;p62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62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4" name="Google Shape;1984;p62"/>
            <p:cNvCxnSpPr>
              <a:stCxn id="1941" idx="1"/>
              <a:endCxn id="1913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5" name="Google Shape;1985;p62"/>
            <p:cNvCxnSpPr>
              <a:endCxn id="1986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7" name="Google Shape;1987;p62"/>
            <p:cNvCxnSpPr>
              <a:endCxn id="1965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8" name="Google Shape;1988;p62"/>
            <p:cNvCxnSpPr>
              <a:stCxn id="1986" idx="0"/>
              <a:endCxn id="1965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9" name="Google Shape;1989;p62"/>
            <p:cNvCxnSpPr>
              <a:stCxn id="1966" idx="2"/>
              <a:endCxn id="1990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1" name="Google Shape;1991;p62"/>
            <p:cNvCxnSpPr>
              <a:stCxn id="1986" idx="7"/>
              <a:endCxn id="1990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2" name="Google Shape;1992;p62"/>
            <p:cNvCxnSpPr>
              <a:endCxn id="1965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3" name="Google Shape;1993;p62"/>
            <p:cNvCxnSpPr>
              <a:stCxn id="1965" idx="6"/>
              <a:endCxn id="1990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4" name="Google Shape;1994;p62"/>
            <p:cNvCxnSpPr>
              <a:stCxn id="1995" idx="0"/>
              <a:endCxn id="1990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6" name="Google Shape;1996;p62"/>
            <p:cNvCxnSpPr>
              <a:stCxn id="1997" idx="1"/>
              <a:endCxn id="1990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8" name="Google Shape;1998;p62"/>
            <p:cNvCxnSpPr>
              <a:stCxn id="1997" idx="0"/>
              <a:endCxn id="1959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9" name="Google Shape;1999;p62"/>
            <p:cNvCxnSpPr>
              <a:stCxn id="1959" idx="2"/>
              <a:endCxn id="1990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0" name="Google Shape;2000;p62"/>
            <p:cNvCxnSpPr>
              <a:stCxn id="1959" idx="7"/>
              <a:endCxn id="2001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2" name="Google Shape;2002;p62"/>
            <p:cNvCxnSpPr>
              <a:stCxn id="1959" idx="6"/>
              <a:endCxn id="2003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4" name="Google Shape;2004;p62"/>
            <p:cNvCxnSpPr>
              <a:stCxn id="2003" idx="7"/>
              <a:endCxn id="2001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5" name="Google Shape;2005;p62"/>
            <p:cNvCxnSpPr>
              <a:stCxn id="1918" idx="1"/>
              <a:endCxn id="1990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6" name="Google Shape;2006;p62"/>
            <p:cNvCxnSpPr>
              <a:endCxn id="1986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7" name="Google Shape;2007;p62"/>
            <p:cNvCxnSpPr>
              <a:stCxn id="1995" idx="2"/>
              <a:endCxn id="1986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8" name="Google Shape;2008;p62"/>
            <p:cNvCxnSpPr>
              <a:stCxn id="2009" idx="0"/>
              <a:endCxn id="1986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0" name="Google Shape;2010;p62"/>
            <p:cNvCxnSpPr>
              <a:endCxn id="1986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1" name="Google Shape;2011;p62"/>
            <p:cNvCxnSpPr>
              <a:stCxn id="2009" idx="2"/>
              <a:endCxn id="1995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2" name="Google Shape;2012;p62"/>
            <p:cNvCxnSpPr>
              <a:stCxn id="1997" idx="2"/>
              <a:endCxn id="1995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3" name="Google Shape;2013;p62"/>
            <p:cNvCxnSpPr>
              <a:stCxn id="1997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4" name="Google Shape;2014;p62"/>
            <p:cNvCxnSpPr>
              <a:stCxn id="2015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6" name="Google Shape;2016;p62"/>
            <p:cNvCxnSpPr>
              <a:stCxn id="2015" idx="2"/>
              <a:endCxn id="1997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7" name="Google Shape;2017;p62"/>
            <p:cNvCxnSpPr>
              <a:stCxn id="2003" idx="4"/>
              <a:endCxn id="2015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8" name="Google Shape;2018;p62"/>
            <p:cNvCxnSpPr>
              <a:stCxn id="2019" idx="3"/>
              <a:endCxn id="2015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0" name="Google Shape;2020;p62"/>
            <p:cNvCxnSpPr>
              <a:stCxn id="2019" idx="2"/>
              <a:endCxn id="2003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1" name="Google Shape;2021;p62"/>
            <p:cNvCxnSpPr>
              <a:stCxn id="2019" idx="1"/>
              <a:endCxn id="2001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2" name="Google Shape;2022;p62"/>
            <p:cNvCxnSpPr>
              <a:stCxn id="2023" idx="1"/>
              <a:endCxn id="2001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4" name="Google Shape;2024;p62"/>
            <p:cNvCxnSpPr>
              <a:stCxn id="2023" idx="0"/>
              <a:endCxn id="2025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6" name="Google Shape;2026;p62"/>
            <p:cNvCxnSpPr>
              <a:stCxn id="2027" idx="0"/>
              <a:endCxn id="2028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9" name="Google Shape;2029;p62"/>
            <p:cNvCxnSpPr>
              <a:stCxn id="2030" idx="7"/>
              <a:endCxn id="2028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1" name="Google Shape;2031;p62"/>
            <p:cNvCxnSpPr>
              <a:endCxn id="2027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2" name="Google Shape;2032;p62"/>
            <p:cNvCxnSpPr>
              <a:stCxn id="2033" idx="5"/>
              <a:endCxn id="2034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5" name="Google Shape;2035;p62"/>
            <p:cNvCxnSpPr>
              <a:endCxn id="2034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6" name="Google Shape;2036;p62"/>
            <p:cNvCxnSpPr>
              <a:stCxn id="2034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7" name="Google Shape;2037;p62"/>
            <p:cNvCxnSpPr>
              <a:stCxn id="2034" idx="3"/>
              <a:endCxn id="2038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9" name="Google Shape;2039;p62"/>
            <p:cNvCxnSpPr>
              <a:stCxn id="2034" idx="1"/>
              <a:endCxn id="2023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0" name="Google Shape;2040;p62"/>
            <p:cNvCxnSpPr>
              <a:stCxn id="2027" idx="2"/>
              <a:endCxn id="2023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1" name="Google Shape;2041;p62"/>
            <p:cNvCxnSpPr>
              <a:stCxn id="2028" idx="3"/>
              <a:endCxn id="2023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2" name="Google Shape;2042;p62"/>
            <p:cNvCxnSpPr>
              <a:stCxn id="2028" idx="2"/>
              <a:endCxn id="2025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3" name="Google Shape;2043;p62"/>
            <p:cNvCxnSpPr>
              <a:stCxn id="2025" idx="1"/>
              <a:endCxn id="2001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4" name="Google Shape;2044;p62"/>
            <p:cNvCxnSpPr>
              <a:stCxn id="2023" idx="2"/>
              <a:endCxn id="2019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5" name="Google Shape;2045;p62"/>
            <p:cNvCxnSpPr>
              <a:stCxn id="2038" idx="1"/>
              <a:endCxn id="2019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6" name="Google Shape;2046;p62"/>
            <p:cNvCxnSpPr>
              <a:stCxn id="2038" idx="3"/>
              <a:endCxn id="2047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8" name="Google Shape;2048;p62"/>
            <p:cNvCxnSpPr>
              <a:stCxn id="2019" idx="4"/>
              <a:endCxn id="2047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9" name="Google Shape;2049;p62"/>
            <p:cNvCxnSpPr>
              <a:stCxn id="2015" idx="5"/>
              <a:endCxn id="2047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0" name="Google Shape;2050;p62"/>
            <p:cNvCxnSpPr>
              <a:stCxn id="2038" idx="7"/>
              <a:endCxn id="2023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1" name="Google Shape;2051;p62"/>
            <p:cNvCxnSpPr>
              <a:stCxn id="1997" idx="7"/>
              <a:endCxn id="2003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2" name="Google Shape;2052;p62"/>
            <p:cNvCxnSpPr>
              <a:endCxn id="2038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3" name="Google Shape;2053;p62"/>
            <p:cNvCxnSpPr>
              <a:stCxn id="2034" idx="7"/>
              <a:endCxn id="2027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6" name="Google Shape;1986;p62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62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62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62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62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62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62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62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62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62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62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62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62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62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62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62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62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62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4" name="Google Shape;2054;p62"/>
            <p:cNvCxnSpPr>
              <a:stCxn id="2009" idx="1"/>
              <a:endCxn id="1997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5" name="Google Shape;2055;p62"/>
            <p:cNvCxnSpPr>
              <a:stCxn id="2056" idx="6"/>
              <a:endCxn id="2028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7" name="Google Shape;2057;p62"/>
            <p:cNvCxnSpPr>
              <a:stCxn id="2058" idx="4"/>
              <a:endCxn id="2030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9" name="Google Shape;2059;p62"/>
            <p:cNvCxnSpPr>
              <a:stCxn id="2030" idx="4"/>
              <a:endCxn id="2033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0" name="Google Shape;2060;p62"/>
            <p:cNvCxnSpPr>
              <a:stCxn id="2061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2" name="Google Shape;2062;p62"/>
            <p:cNvCxnSpPr>
              <a:stCxn id="2061" idx="0"/>
              <a:endCxn id="2033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3" name="Google Shape;2063;p62"/>
            <p:cNvCxnSpPr>
              <a:stCxn id="2064" idx="1"/>
              <a:endCxn id="2058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5" name="Google Shape;2065;p62"/>
            <p:cNvCxnSpPr>
              <a:stCxn id="2033" idx="2"/>
              <a:endCxn id="2064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6" name="Google Shape;2066;p62"/>
            <p:cNvCxnSpPr>
              <a:stCxn id="2061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7" name="Google Shape;2067;p62"/>
            <p:cNvCxnSpPr>
              <a:stCxn id="2028" idx="1"/>
              <a:endCxn id="1890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8" name="Google Shape;2068;p62"/>
            <p:cNvCxnSpPr>
              <a:stCxn id="2069" idx="6"/>
              <a:endCxn id="2070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1" name="Google Shape;2071;p62"/>
            <p:cNvCxnSpPr>
              <a:stCxn id="2058" idx="7"/>
              <a:endCxn id="2069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2" name="Google Shape;2072;p62"/>
            <p:cNvCxnSpPr>
              <a:stCxn id="2058" idx="5"/>
              <a:endCxn id="2056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3" name="Google Shape;2073;p62"/>
            <p:cNvCxnSpPr>
              <a:stCxn id="2070" idx="3"/>
              <a:endCxn id="2056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4" name="Google Shape;2074;p62"/>
            <p:cNvCxnSpPr>
              <a:stCxn id="2056" idx="4"/>
              <a:endCxn id="2030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5" name="Google Shape;2075;p62"/>
            <p:cNvCxnSpPr>
              <a:stCxn id="2034" idx="2"/>
              <a:endCxn id="2061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6" name="Google Shape;2076;p62"/>
            <p:cNvCxnSpPr>
              <a:endCxn id="2061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8" name="Google Shape;2058;p62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62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62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62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62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62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62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7" name="Google Shape;2077;p62"/>
            <p:cNvCxnSpPr>
              <a:stCxn id="2030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8" name="Google Shape;2078;p62"/>
            <p:cNvCxnSpPr>
              <a:stCxn id="2069" idx="4"/>
              <a:endCxn id="2056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02" name="Google Shape;1902;p62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9" name="Google Shape;2079;p62"/>
            <p:cNvCxnSpPr>
              <a:stCxn id="1902" idx="3"/>
              <a:endCxn id="2025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0" name="Google Shape;2080;p62"/>
            <p:cNvCxnSpPr>
              <a:stCxn id="1902" idx="2"/>
              <a:endCxn id="1890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1" name="Google Shape;2081;p62"/>
            <p:cNvCxnSpPr>
              <a:stCxn id="2069" idx="7"/>
              <a:endCxn id="1889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2" name="Google Shape;2082;p62"/>
            <p:cNvCxnSpPr>
              <a:endCxn id="2069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64" name="Google Shape;2064;p62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3" name="Google Shape;2083;p62"/>
            <p:cNvCxnSpPr>
              <a:stCxn id="2033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4" name="Google Shape;2084;p62"/>
            <p:cNvCxnSpPr>
              <a:stCxn id="2070" idx="6"/>
              <a:endCxn id="1890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5" name="Google Shape;2085;p62"/>
            <p:cNvCxnSpPr>
              <a:stCxn id="2070" idx="5"/>
              <a:endCxn id="2028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6" name="Google Shape;2086;p62"/>
            <p:cNvCxnSpPr>
              <a:stCxn id="1889" idx="0"/>
              <a:endCxn id="2070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7" name="Google Shape;2087;p62"/>
            <p:cNvCxnSpPr>
              <a:stCxn id="2030" idx="5"/>
              <a:endCxn id="2027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8" name="Google Shape;2088;p62"/>
            <p:cNvCxnSpPr>
              <a:stCxn id="2025" idx="7"/>
              <a:endCxn id="1890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9" name="Google Shape;2089;p62"/>
            <p:cNvCxnSpPr>
              <a:stCxn id="1898" idx="7"/>
              <a:endCxn id="1902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0" name="Google Shape;2090;p62"/>
            <p:cNvCxnSpPr>
              <a:stCxn id="2001" idx="7"/>
              <a:endCxn id="1903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1" name="Google Shape;2091;p62"/>
            <p:cNvCxnSpPr>
              <a:stCxn id="2001" idx="6"/>
              <a:endCxn id="1902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2" name="Google Shape;2092;p62"/>
            <p:cNvCxnSpPr>
              <a:stCxn id="1915" idx="0"/>
              <a:endCxn id="2001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3" name="Google Shape;2093;p62"/>
            <p:cNvCxnSpPr>
              <a:stCxn id="1918" idx="0"/>
              <a:endCxn id="1966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4" name="Google Shape;2094;p62"/>
            <p:cNvCxnSpPr>
              <a:stCxn id="1922" idx="0"/>
              <a:endCxn id="1966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5" name="Google Shape;2095;p62"/>
            <p:cNvCxnSpPr>
              <a:stCxn id="1920" idx="0"/>
              <a:endCxn id="1918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6" name="Google Shape;2096;p62"/>
            <p:cNvCxnSpPr>
              <a:stCxn id="2001" idx="1"/>
              <a:endCxn id="1960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7" name="Google Shape;2097;p62"/>
            <p:cNvCxnSpPr>
              <a:stCxn id="1915" idx="0"/>
              <a:endCxn id="1960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8" name="Google Shape;2098;p62"/>
            <p:cNvCxnSpPr>
              <a:stCxn id="1960" idx="7"/>
              <a:endCxn id="1918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66" name="Google Shape;1966;p62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62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62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9" name="Google Shape;2099;p62"/>
            <p:cNvCxnSpPr>
              <a:stCxn id="1957" idx="0"/>
              <a:endCxn id="1966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0" name="Google Shape;2100;p62"/>
            <p:cNvCxnSpPr>
              <a:endCxn id="1957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Images &amp; Contents Layout">
  <p:cSld name="34_Images &amp; Contents Layout"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2" name="Google Shape;2102;p63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2103" name="Google Shape;2103;p63"/>
            <p:cNvCxnSpPr>
              <a:stCxn id="2104" idx="7"/>
              <a:endCxn id="2105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6" name="Google Shape;2106;p63"/>
            <p:cNvCxnSpPr>
              <a:stCxn id="2105" idx="4"/>
              <a:endCxn id="2107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8" name="Google Shape;2108;p63"/>
            <p:cNvCxnSpPr>
              <a:stCxn id="2109" idx="2"/>
              <a:endCxn id="2110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1" name="Google Shape;2111;p63"/>
            <p:cNvCxnSpPr>
              <a:stCxn id="2107" idx="5"/>
              <a:endCxn id="2109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2" name="Google Shape;2112;p63"/>
            <p:cNvCxnSpPr>
              <a:stCxn id="2105" idx="5"/>
              <a:endCxn id="2113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4" name="Google Shape;2114;p63"/>
            <p:cNvCxnSpPr>
              <a:stCxn id="2109" idx="0"/>
              <a:endCxn id="2113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5" name="Google Shape;2115;p63"/>
            <p:cNvCxnSpPr>
              <a:stCxn id="2107" idx="3"/>
              <a:endCxn id="2110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6" name="Google Shape;2116;p63"/>
            <p:cNvCxnSpPr>
              <a:stCxn id="2117" idx="7"/>
              <a:endCxn id="2118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9" name="Google Shape;2119;p63"/>
            <p:cNvCxnSpPr>
              <a:stCxn id="2109" idx="7"/>
              <a:endCxn id="2118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0" name="Google Shape;2120;p63"/>
            <p:cNvCxnSpPr>
              <a:stCxn id="2121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2" name="Google Shape;2122;p63"/>
            <p:cNvCxnSpPr>
              <a:stCxn id="2107" idx="6"/>
              <a:endCxn id="2113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3" name="Google Shape;2123;p63"/>
            <p:cNvCxnSpPr>
              <a:stCxn id="2121" idx="0"/>
              <a:endCxn id="2110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4" name="Google Shape;2124;p63"/>
            <p:cNvCxnSpPr>
              <a:stCxn id="2113" idx="6"/>
              <a:endCxn id="2118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5" name="Google Shape;2125;p63"/>
            <p:cNvCxnSpPr>
              <a:stCxn id="2126" idx="0"/>
              <a:endCxn id="2118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7" name="Google Shape;2127;p63"/>
            <p:cNvCxnSpPr>
              <a:stCxn id="2128" idx="1"/>
              <a:endCxn id="2118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9" name="Google Shape;2129;p63"/>
            <p:cNvCxnSpPr>
              <a:stCxn id="2128" idx="0"/>
              <a:endCxn id="2130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1" name="Google Shape;2131;p63"/>
            <p:cNvCxnSpPr>
              <a:stCxn id="2130" idx="2"/>
              <a:endCxn id="2118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2" name="Google Shape;2132;p63"/>
            <p:cNvCxnSpPr>
              <a:stCxn id="2130" idx="7"/>
              <a:endCxn id="2133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4" name="Google Shape;2134;p63"/>
            <p:cNvCxnSpPr>
              <a:stCxn id="2130" idx="6"/>
              <a:endCxn id="2135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6" name="Google Shape;2136;p63"/>
            <p:cNvCxnSpPr>
              <a:stCxn id="2135" idx="7"/>
              <a:endCxn id="2137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8" name="Google Shape;2138;p63"/>
            <p:cNvCxnSpPr>
              <a:stCxn id="2139" idx="0"/>
              <a:endCxn id="2105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0" name="Google Shape;2140;p63"/>
            <p:cNvCxnSpPr>
              <a:stCxn id="2110" idx="2"/>
              <a:endCxn id="2139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1" name="Google Shape;2141;p63"/>
            <p:cNvCxnSpPr>
              <a:stCxn id="2121" idx="1"/>
              <a:endCxn id="2139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2" name="Google Shape;2142;p63"/>
            <p:cNvCxnSpPr>
              <a:stCxn id="2143" idx="7"/>
              <a:endCxn id="2139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4" name="Google Shape;2144;p63"/>
            <p:cNvCxnSpPr>
              <a:stCxn id="2104" idx="6"/>
              <a:endCxn id="2139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5" name="Google Shape;2145;p63"/>
            <p:cNvCxnSpPr>
              <a:stCxn id="2146" idx="7"/>
              <a:endCxn id="2104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7" name="Google Shape;2147;p63"/>
            <p:cNvCxnSpPr>
              <a:stCxn id="2146" idx="6"/>
              <a:endCxn id="2143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8" name="Google Shape;2148;p63"/>
            <p:cNvCxnSpPr>
              <a:stCxn id="2146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9" name="Google Shape;2149;p63"/>
            <p:cNvCxnSpPr>
              <a:stCxn id="2143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0" name="Google Shape;2150;p63"/>
            <p:cNvCxnSpPr>
              <a:stCxn id="2143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1" name="Google Shape;2151;p63"/>
            <p:cNvCxnSpPr>
              <a:stCxn id="2121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2" name="Google Shape;2152;p63"/>
            <p:cNvCxnSpPr>
              <a:stCxn id="2143" idx="6"/>
              <a:endCxn id="2121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3" name="Google Shape;2153;p63"/>
            <p:cNvCxnSpPr>
              <a:stCxn id="2121" idx="6"/>
              <a:endCxn id="2109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4" name="Google Shape;2154;p63"/>
            <p:cNvCxnSpPr>
              <a:stCxn id="2126" idx="2"/>
              <a:endCxn id="2109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5" name="Google Shape;2155;p63"/>
            <p:cNvCxnSpPr>
              <a:stCxn id="2156" idx="0"/>
              <a:endCxn id="2109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7" name="Google Shape;2157;p63"/>
            <p:cNvCxnSpPr>
              <a:endCxn id="2109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8" name="Google Shape;2158;p63"/>
            <p:cNvCxnSpPr>
              <a:stCxn id="2156" idx="2"/>
              <a:endCxn id="2126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9" name="Google Shape;2159;p63"/>
            <p:cNvCxnSpPr>
              <a:stCxn id="2128" idx="2"/>
              <a:endCxn id="2126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0" name="Google Shape;2160;p63"/>
            <p:cNvCxnSpPr>
              <a:stCxn id="2128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1" name="Google Shape;2161;p63"/>
            <p:cNvCxnSpPr>
              <a:stCxn id="2162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3" name="Google Shape;2163;p63"/>
            <p:cNvCxnSpPr>
              <a:stCxn id="2162" idx="2"/>
              <a:endCxn id="2128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4" name="Google Shape;2164;p63"/>
            <p:cNvCxnSpPr>
              <a:stCxn id="2135" idx="4"/>
              <a:endCxn id="2162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5" name="Google Shape;2165;p63"/>
            <p:cNvCxnSpPr>
              <a:stCxn id="2166" idx="3"/>
              <a:endCxn id="2162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7" name="Google Shape;2167;p63"/>
            <p:cNvCxnSpPr>
              <a:stCxn id="2166" idx="2"/>
              <a:endCxn id="2135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8" name="Google Shape;2168;p63"/>
            <p:cNvCxnSpPr>
              <a:stCxn id="2166" idx="1"/>
              <a:endCxn id="2137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9" name="Google Shape;2169;p63"/>
            <p:cNvCxnSpPr>
              <a:stCxn id="2170" idx="1"/>
              <a:endCxn id="2137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1" name="Google Shape;2171;p63"/>
            <p:cNvCxnSpPr>
              <a:stCxn id="2170" idx="0"/>
              <a:endCxn id="2172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3" name="Google Shape;2173;p63"/>
            <p:cNvCxnSpPr>
              <a:stCxn id="2174" idx="7"/>
              <a:endCxn id="2175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6" name="Google Shape;2176;p63"/>
            <p:cNvCxnSpPr>
              <a:endCxn id="2177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8" name="Google Shape;2178;p63"/>
            <p:cNvCxnSpPr>
              <a:stCxn id="2174" idx="0"/>
              <a:endCxn id="2133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9" name="Google Shape;2179;p63"/>
            <p:cNvCxnSpPr>
              <a:stCxn id="2180" idx="0"/>
              <a:endCxn id="2181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2" name="Google Shape;2182;p63"/>
            <p:cNvCxnSpPr>
              <a:stCxn id="2180" idx="1"/>
              <a:endCxn id="2172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3" name="Google Shape;2183;p63"/>
            <p:cNvCxnSpPr>
              <a:stCxn id="2172" idx="2"/>
              <a:endCxn id="2137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4" name="Google Shape;2184;p63"/>
            <p:cNvCxnSpPr>
              <a:stCxn id="2170" idx="2"/>
              <a:endCxn id="2166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5" name="Google Shape;2185;p63"/>
            <p:cNvCxnSpPr>
              <a:stCxn id="2177" idx="1"/>
              <a:endCxn id="2166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6" name="Google Shape;2186;p63"/>
            <p:cNvCxnSpPr>
              <a:stCxn id="2177" idx="3"/>
              <a:endCxn id="2187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8" name="Google Shape;2188;p63"/>
            <p:cNvCxnSpPr>
              <a:stCxn id="2166" idx="4"/>
              <a:endCxn id="2187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9" name="Google Shape;2189;p63"/>
            <p:cNvCxnSpPr>
              <a:stCxn id="2162" idx="5"/>
              <a:endCxn id="2187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0" name="Google Shape;2190;p63"/>
            <p:cNvCxnSpPr>
              <a:stCxn id="2177" idx="7"/>
              <a:endCxn id="2170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1" name="Google Shape;2191;p63"/>
            <p:cNvCxnSpPr>
              <a:stCxn id="2128" idx="7"/>
              <a:endCxn id="2135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2" name="Google Shape;2192;p63"/>
            <p:cNvCxnSpPr>
              <a:endCxn id="2177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05" name="Google Shape;2105;p63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63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63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63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63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63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63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63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63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63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63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63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63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63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63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63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63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63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63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63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3" name="Google Shape;2193;p63"/>
            <p:cNvCxnSpPr>
              <a:stCxn id="2107" idx="2"/>
              <a:endCxn id="2139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4" name="Google Shape;2194;p63"/>
            <p:cNvCxnSpPr>
              <a:stCxn id="2104" idx="4"/>
              <a:endCxn id="2143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46" name="Google Shape;2146;p63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5" name="Google Shape;2195;p63"/>
            <p:cNvCxnSpPr>
              <a:stCxn id="2146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6" name="Google Shape;2196;p63"/>
            <p:cNvCxnSpPr>
              <a:stCxn id="2146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7" name="Google Shape;2197;p63"/>
            <p:cNvCxnSpPr>
              <a:stCxn id="2146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8" name="Google Shape;2198;p63"/>
            <p:cNvCxnSpPr>
              <a:endCxn id="2104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56" name="Google Shape;2156;p63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63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9" name="Google Shape;2199;p63"/>
            <p:cNvCxnSpPr>
              <a:stCxn id="2156" idx="1"/>
              <a:endCxn id="2128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0" name="Google Shape;2200;p63"/>
            <p:cNvCxnSpPr>
              <a:endCxn id="2201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2" name="Google Shape;2202;p63"/>
            <p:cNvCxnSpPr>
              <a:endCxn id="2180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3" name="Google Shape;2203;p63"/>
            <p:cNvCxnSpPr>
              <a:stCxn id="2201" idx="0"/>
              <a:endCxn id="2180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4" name="Google Shape;2204;p63"/>
            <p:cNvCxnSpPr>
              <a:stCxn id="2181" idx="2"/>
              <a:endCxn id="2205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6" name="Google Shape;2206;p63"/>
            <p:cNvCxnSpPr>
              <a:stCxn id="2201" idx="7"/>
              <a:endCxn id="2205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7" name="Google Shape;2207;p63"/>
            <p:cNvCxnSpPr>
              <a:endCxn id="2180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8" name="Google Shape;2208;p63"/>
            <p:cNvCxnSpPr>
              <a:stCxn id="2180" idx="6"/>
              <a:endCxn id="2205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9" name="Google Shape;2209;p63"/>
            <p:cNvCxnSpPr>
              <a:stCxn id="2210" idx="0"/>
              <a:endCxn id="2205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1" name="Google Shape;2211;p63"/>
            <p:cNvCxnSpPr>
              <a:stCxn id="2212" idx="1"/>
              <a:endCxn id="2205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3" name="Google Shape;2213;p63"/>
            <p:cNvCxnSpPr>
              <a:stCxn id="2212" idx="0"/>
              <a:endCxn id="2174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4" name="Google Shape;2214;p63"/>
            <p:cNvCxnSpPr>
              <a:stCxn id="2174" idx="2"/>
              <a:endCxn id="2205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5" name="Google Shape;2215;p63"/>
            <p:cNvCxnSpPr>
              <a:stCxn id="2174" idx="7"/>
              <a:endCxn id="2216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7" name="Google Shape;2217;p63"/>
            <p:cNvCxnSpPr>
              <a:stCxn id="2174" idx="6"/>
              <a:endCxn id="2218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9" name="Google Shape;2219;p63"/>
            <p:cNvCxnSpPr>
              <a:stCxn id="2218" idx="7"/>
              <a:endCxn id="2216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0" name="Google Shape;2220;p63"/>
            <p:cNvCxnSpPr>
              <a:stCxn id="2133" idx="1"/>
              <a:endCxn id="2205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1" name="Google Shape;2221;p63"/>
            <p:cNvCxnSpPr>
              <a:endCxn id="2201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2" name="Google Shape;2222;p63"/>
            <p:cNvCxnSpPr>
              <a:stCxn id="2210" idx="2"/>
              <a:endCxn id="2201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3" name="Google Shape;2223;p63"/>
            <p:cNvCxnSpPr>
              <a:stCxn id="2224" idx="0"/>
              <a:endCxn id="2201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5" name="Google Shape;2225;p63"/>
            <p:cNvCxnSpPr>
              <a:endCxn id="2201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6" name="Google Shape;2226;p63"/>
            <p:cNvCxnSpPr>
              <a:stCxn id="2224" idx="2"/>
              <a:endCxn id="2210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7" name="Google Shape;2227;p63"/>
            <p:cNvCxnSpPr>
              <a:stCxn id="2212" idx="2"/>
              <a:endCxn id="2210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8" name="Google Shape;2228;p63"/>
            <p:cNvCxnSpPr>
              <a:stCxn id="2212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9" name="Google Shape;2229;p63"/>
            <p:cNvCxnSpPr>
              <a:stCxn id="2230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1" name="Google Shape;2231;p63"/>
            <p:cNvCxnSpPr>
              <a:stCxn id="2230" idx="2"/>
              <a:endCxn id="2212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2" name="Google Shape;2232;p63"/>
            <p:cNvCxnSpPr>
              <a:stCxn id="2218" idx="4"/>
              <a:endCxn id="2230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3" name="Google Shape;2233;p63"/>
            <p:cNvCxnSpPr>
              <a:stCxn id="2234" idx="3"/>
              <a:endCxn id="2230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5" name="Google Shape;2235;p63"/>
            <p:cNvCxnSpPr>
              <a:stCxn id="2234" idx="2"/>
              <a:endCxn id="2218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6" name="Google Shape;2236;p63"/>
            <p:cNvCxnSpPr>
              <a:stCxn id="2234" idx="1"/>
              <a:endCxn id="2216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7" name="Google Shape;2237;p63"/>
            <p:cNvCxnSpPr>
              <a:stCxn id="2238" idx="1"/>
              <a:endCxn id="2216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9" name="Google Shape;2239;p63"/>
            <p:cNvCxnSpPr>
              <a:stCxn id="2238" idx="0"/>
              <a:endCxn id="2240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1" name="Google Shape;2241;p63"/>
            <p:cNvCxnSpPr>
              <a:stCxn id="2242" idx="0"/>
              <a:endCxn id="2243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4" name="Google Shape;2244;p63"/>
            <p:cNvCxnSpPr>
              <a:stCxn id="2245" idx="7"/>
              <a:endCxn id="2243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6" name="Google Shape;2246;p63"/>
            <p:cNvCxnSpPr>
              <a:endCxn id="2242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7" name="Google Shape;2247;p63"/>
            <p:cNvCxnSpPr>
              <a:stCxn id="2248" idx="5"/>
              <a:endCxn id="2249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0" name="Google Shape;2250;p63"/>
            <p:cNvCxnSpPr>
              <a:endCxn id="2249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1" name="Google Shape;2251;p63"/>
            <p:cNvCxnSpPr>
              <a:stCxn id="2249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2" name="Google Shape;2252;p63"/>
            <p:cNvCxnSpPr>
              <a:stCxn id="2249" idx="3"/>
              <a:endCxn id="2253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4" name="Google Shape;2254;p63"/>
            <p:cNvCxnSpPr>
              <a:stCxn id="2249" idx="1"/>
              <a:endCxn id="2238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5" name="Google Shape;2255;p63"/>
            <p:cNvCxnSpPr>
              <a:stCxn id="2242" idx="2"/>
              <a:endCxn id="2238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6" name="Google Shape;2256;p63"/>
            <p:cNvCxnSpPr>
              <a:stCxn id="2243" idx="3"/>
              <a:endCxn id="2238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7" name="Google Shape;2257;p63"/>
            <p:cNvCxnSpPr>
              <a:stCxn id="2243" idx="2"/>
              <a:endCxn id="2240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8" name="Google Shape;2258;p63"/>
            <p:cNvCxnSpPr>
              <a:stCxn id="2240" idx="1"/>
              <a:endCxn id="2216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9" name="Google Shape;2259;p63"/>
            <p:cNvCxnSpPr>
              <a:stCxn id="2238" idx="2"/>
              <a:endCxn id="2234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0" name="Google Shape;2260;p63"/>
            <p:cNvCxnSpPr>
              <a:stCxn id="2253" idx="1"/>
              <a:endCxn id="2234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1" name="Google Shape;2261;p63"/>
            <p:cNvCxnSpPr>
              <a:stCxn id="2253" idx="3"/>
              <a:endCxn id="2262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3" name="Google Shape;2263;p63"/>
            <p:cNvCxnSpPr>
              <a:stCxn id="2234" idx="4"/>
              <a:endCxn id="2262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4" name="Google Shape;2264;p63"/>
            <p:cNvCxnSpPr>
              <a:stCxn id="2230" idx="5"/>
              <a:endCxn id="2262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5" name="Google Shape;2265;p63"/>
            <p:cNvCxnSpPr>
              <a:stCxn id="2253" idx="7"/>
              <a:endCxn id="2238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6" name="Google Shape;2266;p63"/>
            <p:cNvCxnSpPr>
              <a:stCxn id="2212" idx="7"/>
              <a:endCxn id="2218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7" name="Google Shape;2267;p63"/>
            <p:cNvCxnSpPr>
              <a:endCxn id="2253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8" name="Google Shape;2268;p63"/>
            <p:cNvCxnSpPr>
              <a:stCxn id="2249" idx="7"/>
              <a:endCxn id="2242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01" name="Google Shape;2201;p63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63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63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63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63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63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63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63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63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63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63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63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63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63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63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63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63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63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9" name="Google Shape;2269;p63"/>
            <p:cNvCxnSpPr>
              <a:stCxn id="2224" idx="1"/>
              <a:endCxn id="2212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0" name="Google Shape;2270;p63"/>
            <p:cNvCxnSpPr>
              <a:stCxn id="2271" idx="6"/>
              <a:endCxn id="2243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2" name="Google Shape;2272;p63"/>
            <p:cNvCxnSpPr>
              <a:stCxn id="2273" idx="4"/>
              <a:endCxn id="2245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4" name="Google Shape;2274;p63"/>
            <p:cNvCxnSpPr>
              <a:stCxn id="2245" idx="4"/>
              <a:endCxn id="2248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5" name="Google Shape;2275;p63"/>
            <p:cNvCxnSpPr>
              <a:stCxn id="2276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7" name="Google Shape;2277;p63"/>
            <p:cNvCxnSpPr>
              <a:stCxn id="2276" idx="0"/>
              <a:endCxn id="2248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8" name="Google Shape;2278;p63"/>
            <p:cNvCxnSpPr>
              <a:stCxn id="2279" idx="1"/>
              <a:endCxn id="2273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0" name="Google Shape;2280;p63"/>
            <p:cNvCxnSpPr>
              <a:stCxn id="2248" idx="2"/>
              <a:endCxn id="2279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1" name="Google Shape;2281;p63"/>
            <p:cNvCxnSpPr>
              <a:stCxn id="2276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2" name="Google Shape;2282;p63"/>
            <p:cNvCxnSpPr>
              <a:stCxn id="2243" idx="1"/>
              <a:endCxn id="2105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3" name="Google Shape;2283;p63"/>
            <p:cNvCxnSpPr>
              <a:stCxn id="2284" idx="6"/>
              <a:endCxn id="2285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6" name="Google Shape;2286;p63"/>
            <p:cNvCxnSpPr>
              <a:stCxn id="2273" idx="7"/>
              <a:endCxn id="2284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7" name="Google Shape;2287;p63"/>
            <p:cNvCxnSpPr>
              <a:stCxn id="2273" idx="5"/>
              <a:endCxn id="2271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8" name="Google Shape;2288;p63"/>
            <p:cNvCxnSpPr>
              <a:stCxn id="2285" idx="3"/>
              <a:endCxn id="2271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9" name="Google Shape;2289;p63"/>
            <p:cNvCxnSpPr>
              <a:stCxn id="2271" idx="4"/>
              <a:endCxn id="2245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0" name="Google Shape;2290;p63"/>
            <p:cNvCxnSpPr>
              <a:stCxn id="2249" idx="2"/>
              <a:endCxn id="2276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1" name="Google Shape;2291;p63"/>
            <p:cNvCxnSpPr>
              <a:endCxn id="2276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73" name="Google Shape;2273;p63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63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63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63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63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63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63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2" name="Google Shape;2292;p63"/>
            <p:cNvCxnSpPr>
              <a:stCxn id="2245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3" name="Google Shape;2293;p63"/>
            <p:cNvCxnSpPr>
              <a:stCxn id="2284" idx="4"/>
              <a:endCxn id="2271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17" name="Google Shape;2117;p63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4" name="Google Shape;2294;p63"/>
            <p:cNvCxnSpPr>
              <a:stCxn id="2117" idx="3"/>
              <a:endCxn id="2240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5" name="Google Shape;2295;p63"/>
            <p:cNvCxnSpPr>
              <a:stCxn id="2117" idx="2"/>
              <a:endCxn id="2105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6" name="Google Shape;2296;p63"/>
            <p:cNvCxnSpPr>
              <a:stCxn id="2284" idx="7"/>
              <a:endCxn id="2104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7" name="Google Shape;2297;p63"/>
            <p:cNvCxnSpPr>
              <a:endCxn id="2284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79" name="Google Shape;2279;p63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8" name="Google Shape;2298;p63"/>
            <p:cNvCxnSpPr>
              <a:stCxn id="2248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9" name="Google Shape;2299;p63"/>
            <p:cNvCxnSpPr>
              <a:stCxn id="2285" idx="6"/>
              <a:endCxn id="2105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0" name="Google Shape;2300;p63"/>
            <p:cNvCxnSpPr>
              <a:stCxn id="2285" idx="5"/>
              <a:endCxn id="2243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1" name="Google Shape;2301;p63"/>
            <p:cNvCxnSpPr>
              <a:stCxn id="2104" idx="0"/>
              <a:endCxn id="2285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2" name="Google Shape;2302;p63"/>
            <p:cNvCxnSpPr>
              <a:stCxn id="2245" idx="5"/>
              <a:endCxn id="2242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3" name="Google Shape;2303;p63"/>
            <p:cNvCxnSpPr>
              <a:stCxn id="2240" idx="7"/>
              <a:endCxn id="2105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4" name="Google Shape;2304;p63"/>
            <p:cNvCxnSpPr>
              <a:stCxn id="2113" idx="7"/>
              <a:endCxn id="2117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5" name="Google Shape;2305;p63"/>
            <p:cNvCxnSpPr>
              <a:stCxn id="2216" idx="7"/>
              <a:endCxn id="2118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6" name="Google Shape;2306;p63"/>
            <p:cNvCxnSpPr>
              <a:stCxn id="2216" idx="6"/>
              <a:endCxn id="2117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7" name="Google Shape;2307;p63"/>
            <p:cNvCxnSpPr>
              <a:stCxn id="2130" idx="0"/>
              <a:endCxn id="2216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8" name="Google Shape;2308;p63"/>
            <p:cNvCxnSpPr>
              <a:stCxn id="2133" idx="0"/>
              <a:endCxn id="2181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9" name="Google Shape;2309;p63"/>
            <p:cNvCxnSpPr>
              <a:stCxn id="2137" idx="0"/>
              <a:endCxn id="2181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0" name="Google Shape;2310;p63"/>
            <p:cNvCxnSpPr>
              <a:stCxn id="2135" idx="0"/>
              <a:endCxn id="2133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1" name="Google Shape;2311;p63"/>
            <p:cNvCxnSpPr>
              <a:stCxn id="2216" idx="1"/>
              <a:endCxn id="2175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2" name="Google Shape;2312;p63"/>
            <p:cNvCxnSpPr>
              <a:stCxn id="2130" idx="0"/>
              <a:endCxn id="2175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3" name="Google Shape;2313;p63"/>
            <p:cNvCxnSpPr>
              <a:stCxn id="2175" idx="7"/>
              <a:endCxn id="2133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81" name="Google Shape;2181;p63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63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63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4" name="Google Shape;2314;p63"/>
            <p:cNvCxnSpPr>
              <a:stCxn id="2172" idx="0"/>
              <a:endCxn id="2181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5" name="Google Shape;2315;p63"/>
            <p:cNvCxnSpPr>
              <a:endCxn id="2172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16" name="Google Shape;2316;p63"/>
          <p:cNvSpPr/>
          <p:nvPr/>
        </p:nvSpPr>
        <p:spPr>
          <a:xfrm flipH="1">
            <a:off x="7824192" y="0"/>
            <a:ext cx="436780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63"/>
          <p:cNvSpPr/>
          <p:nvPr>
            <p:ph idx="2" type="pic"/>
          </p:nvPr>
        </p:nvSpPr>
        <p:spPr>
          <a:xfrm>
            <a:off x="6272301" y="540477"/>
            <a:ext cx="4200812" cy="577704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ontents slide layout">
  <p:cSld name="11_Contents slide layout"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ontents slide layout">
  <p:cSld name="12_Contents slide layout"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0" name="Google Shape;2320;p65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2321" name="Google Shape;2321;p65"/>
            <p:cNvCxnSpPr>
              <a:stCxn id="2322" idx="7"/>
              <a:endCxn id="2323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4" name="Google Shape;2324;p65"/>
            <p:cNvCxnSpPr>
              <a:stCxn id="2323" idx="4"/>
              <a:endCxn id="2325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6" name="Google Shape;2326;p65"/>
            <p:cNvCxnSpPr>
              <a:stCxn id="2327" idx="2"/>
              <a:endCxn id="2328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9" name="Google Shape;2329;p65"/>
            <p:cNvCxnSpPr>
              <a:stCxn id="2325" idx="5"/>
              <a:endCxn id="2327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0" name="Google Shape;2330;p65"/>
            <p:cNvCxnSpPr>
              <a:stCxn id="2323" idx="5"/>
              <a:endCxn id="2331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2" name="Google Shape;2332;p65"/>
            <p:cNvCxnSpPr>
              <a:stCxn id="2327" idx="0"/>
              <a:endCxn id="2331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3" name="Google Shape;2333;p65"/>
            <p:cNvCxnSpPr>
              <a:stCxn id="2325" idx="3"/>
              <a:endCxn id="2328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4" name="Google Shape;2334;p65"/>
            <p:cNvCxnSpPr>
              <a:stCxn id="2335" idx="7"/>
              <a:endCxn id="2336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7" name="Google Shape;2337;p65"/>
            <p:cNvCxnSpPr>
              <a:stCxn id="2327" idx="7"/>
              <a:endCxn id="2336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8" name="Google Shape;2338;p65"/>
            <p:cNvCxnSpPr>
              <a:stCxn id="2339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0" name="Google Shape;2340;p65"/>
            <p:cNvCxnSpPr>
              <a:stCxn id="2325" idx="6"/>
              <a:endCxn id="2331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1" name="Google Shape;2341;p65"/>
            <p:cNvCxnSpPr>
              <a:stCxn id="2339" idx="0"/>
              <a:endCxn id="2328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2" name="Google Shape;2342;p65"/>
            <p:cNvCxnSpPr>
              <a:stCxn id="2331" idx="6"/>
              <a:endCxn id="2336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3" name="Google Shape;2343;p65"/>
            <p:cNvCxnSpPr>
              <a:stCxn id="2344" idx="0"/>
              <a:endCxn id="2336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5" name="Google Shape;2345;p65"/>
            <p:cNvCxnSpPr>
              <a:stCxn id="2346" idx="1"/>
              <a:endCxn id="2336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7" name="Google Shape;2347;p65"/>
            <p:cNvCxnSpPr>
              <a:stCxn id="2346" idx="0"/>
              <a:endCxn id="2348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9" name="Google Shape;2349;p65"/>
            <p:cNvCxnSpPr>
              <a:stCxn id="2348" idx="2"/>
              <a:endCxn id="2336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0" name="Google Shape;2350;p65"/>
            <p:cNvCxnSpPr>
              <a:stCxn id="2348" idx="7"/>
              <a:endCxn id="2351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2" name="Google Shape;2352;p65"/>
            <p:cNvCxnSpPr>
              <a:stCxn id="2348" idx="6"/>
              <a:endCxn id="2353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4" name="Google Shape;2354;p65"/>
            <p:cNvCxnSpPr>
              <a:stCxn id="2353" idx="7"/>
              <a:endCxn id="2355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6" name="Google Shape;2356;p65"/>
            <p:cNvCxnSpPr>
              <a:stCxn id="2357" idx="0"/>
              <a:endCxn id="2323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8" name="Google Shape;2358;p65"/>
            <p:cNvCxnSpPr>
              <a:stCxn id="2328" idx="2"/>
              <a:endCxn id="2357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9" name="Google Shape;2359;p65"/>
            <p:cNvCxnSpPr>
              <a:stCxn id="2339" idx="1"/>
              <a:endCxn id="2357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0" name="Google Shape;2360;p65"/>
            <p:cNvCxnSpPr>
              <a:stCxn id="2361" idx="7"/>
              <a:endCxn id="2357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2" name="Google Shape;2362;p65"/>
            <p:cNvCxnSpPr>
              <a:stCxn id="2322" idx="6"/>
              <a:endCxn id="2357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3" name="Google Shape;2363;p65"/>
            <p:cNvCxnSpPr>
              <a:stCxn id="2364" idx="7"/>
              <a:endCxn id="2322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5" name="Google Shape;2365;p65"/>
            <p:cNvCxnSpPr>
              <a:stCxn id="2364" idx="6"/>
              <a:endCxn id="2361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6" name="Google Shape;2366;p65"/>
            <p:cNvCxnSpPr>
              <a:stCxn id="2364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7" name="Google Shape;2367;p65"/>
            <p:cNvCxnSpPr>
              <a:stCxn id="2361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8" name="Google Shape;2368;p65"/>
            <p:cNvCxnSpPr>
              <a:stCxn id="2361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9" name="Google Shape;2369;p65"/>
            <p:cNvCxnSpPr>
              <a:stCxn id="2339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0" name="Google Shape;2370;p65"/>
            <p:cNvCxnSpPr>
              <a:stCxn id="2361" idx="6"/>
              <a:endCxn id="2339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1" name="Google Shape;2371;p65"/>
            <p:cNvCxnSpPr>
              <a:stCxn id="2339" idx="6"/>
              <a:endCxn id="2327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2" name="Google Shape;2372;p65"/>
            <p:cNvCxnSpPr>
              <a:stCxn id="2344" idx="2"/>
              <a:endCxn id="2327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3" name="Google Shape;2373;p65"/>
            <p:cNvCxnSpPr>
              <a:stCxn id="2374" idx="0"/>
              <a:endCxn id="2327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5" name="Google Shape;2375;p65"/>
            <p:cNvCxnSpPr>
              <a:endCxn id="2327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6" name="Google Shape;2376;p65"/>
            <p:cNvCxnSpPr>
              <a:stCxn id="2374" idx="2"/>
              <a:endCxn id="2344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7" name="Google Shape;2377;p65"/>
            <p:cNvCxnSpPr>
              <a:stCxn id="2346" idx="2"/>
              <a:endCxn id="2344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8" name="Google Shape;2378;p65"/>
            <p:cNvCxnSpPr>
              <a:stCxn id="2346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9" name="Google Shape;2379;p65"/>
            <p:cNvCxnSpPr>
              <a:stCxn id="2380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1" name="Google Shape;2381;p65"/>
            <p:cNvCxnSpPr>
              <a:stCxn id="2380" idx="2"/>
              <a:endCxn id="2346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2" name="Google Shape;2382;p65"/>
            <p:cNvCxnSpPr>
              <a:stCxn id="2353" idx="4"/>
              <a:endCxn id="2380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3" name="Google Shape;2383;p65"/>
            <p:cNvCxnSpPr>
              <a:stCxn id="2384" idx="3"/>
              <a:endCxn id="2380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5" name="Google Shape;2385;p65"/>
            <p:cNvCxnSpPr>
              <a:stCxn id="2384" idx="2"/>
              <a:endCxn id="2353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6" name="Google Shape;2386;p65"/>
            <p:cNvCxnSpPr>
              <a:stCxn id="2384" idx="1"/>
              <a:endCxn id="2355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7" name="Google Shape;2387;p65"/>
            <p:cNvCxnSpPr>
              <a:stCxn id="2388" idx="1"/>
              <a:endCxn id="2355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9" name="Google Shape;2389;p65"/>
            <p:cNvCxnSpPr>
              <a:stCxn id="2388" idx="0"/>
              <a:endCxn id="2390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1" name="Google Shape;2391;p65"/>
            <p:cNvCxnSpPr>
              <a:stCxn id="2392" idx="7"/>
              <a:endCxn id="2393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4" name="Google Shape;2394;p65"/>
            <p:cNvCxnSpPr>
              <a:endCxn id="2395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6" name="Google Shape;2396;p65"/>
            <p:cNvCxnSpPr>
              <a:stCxn id="2392" idx="0"/>
              <a:endCxn id="2351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7" name="Google Shape;2397;p65"/>
            <p:cNvCxnSpPr>
              <a:stCxn id="2398" idx="0"/>
              <a:endCxn id="2399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0" name="Google Shape;2400;p65"/>
            <p:cNvCxnSpPr>
              <a:stCxn id="2398" idx="1"/>
              <a:endCxn id="2390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1" name="Google Shape;2401;p65"/>
            <p:cNvCxnSpPr>
              <a:stCxn id="2390" idx="2"/>
              <a:endCxn id="2355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2" name="Google Shape;2402;p65"/>
            <p:cNvCxnSpPr>
              <a:stCxn id="2388" idx="2"/>
              <a:endCxn id="2384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3" name="Google Shape;2403;p65"/>
            <p:cNvCxnSpPr>
              <a:stCxn id="2395" idx="1"/>
              <a:endCxn id="2384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4" name="Google Shape;2404;p65"/>
            <p:cNvCxnSpPr>
              <a:stCxn id="2395" idx="3"/>
              <a:endCxn id="2405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6" name="Google Shape;2406;p65"/>
            <p:cNvCxnSpPr>
              <a:stCxn id="2384" idx="4"/>
              <a:endCxn id="2405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7" name="Google Shape;2407;p65"/>
            <p:cNvCxnSpPr>
              <a:stCxn id="2380" idx="5"/>
              <a:endCxn id="2405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8" name="Google Shape;2408;p65"/>
            <p:cNvCxnSpPr>
              <a:stCxn id="2395" idx="7"/>
              <a:endCxn id="2388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9" name="Google Shape;2409;p65"/>
            <p:cNvCxnSpPr>
              <a:stCxn id="2346" idx="7"/>
              <a:endCxn id="2353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0" name="Google Shape;2410;p65"/>
            <p:cNvCxnSpPr>
              <a:endCxn id="2395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23" name="Google Shape;2323;p65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65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65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65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65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65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65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65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65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65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65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65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65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65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65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65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65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65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65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65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1" name="Google Shape;2411;p65"/>
            <p:cNvCxnSpPr>
              <a:stCxn id="2325" idx="2"/>
              <a:endCxn id="2357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2" name="Google Shape;2412;p65"/>
            <p:cNvCxnSpPr>
              <a:stCxn id="2322" idx="4"/>
              <a:endCxn id="2361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4" name="Google Shape;2364;p65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3" name="Google Shape;2413;p65"/>
            <p:cNvCxnSpPr>
              <a:stCxn id="2364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4" name="Google Shape;2414;p65"/>
            <p:cNvCxnSpPr>
              <a:stCxn id="2364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5" name="Google Shape;2415;p65"/>
            <p:cNvCxnSpPr>
              <a:stCxn id="2364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6" name="Google Shape;2416;p65"/>
            <p:cNvCxnSpPr>
              <a:endCxn id="2322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74" name="Google Shape;2374;p65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65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7" name="Google Shape;2417;p65"/>
            <p:cNvCxnSpPr>
              <a:stCxn id="2374" idx="1"/>
              <a:endCxn id="2346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8" name="Google Shape;2418;p65"/>
            <p:cNvCxnSpPr>
              <a:endCxn id="2419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0" name="Google Shape;2420;p65"/>
            <p:cNvCxnSpPr>
              <a:endCxn id="2398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1" name="Google Shape;2421;p65"/>
            <p:cNvCxnSpPr>
              <a:stCxn id="2419" idx="0"/>
              <a:endCxn id="2398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2" name="Google Shape;2422;p65"/>
            <p:cNvCxnSpPr>
              <a:stCxn id="2399" idx="2"/>
              <a:endCxn id="2423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4" name="Google Shape;2424;p65"/>
            <p:cNvCxnSpPr>
              <a:stCxn id="2419" idx="7"/>
              <a:endCxn id="2423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5" name="Google Shape;2425;p65"/>
            <p:cNvCxnSpPr>
              <a:endCxn id="2398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6" name="Google Shape;2426;p65"/>
            <p:cNvCxnSpPr>
              <a:stCxn id="2398" idx="6"/>
              <a:endCxn id="2423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7" name="Google Shape;2427;p65"/>
            <p:cNvCxnSpPr>
              <a:stCxn id="2428" idx="0"/>
              <a:endCxn id="2423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9" name="Google Shape;2429;p65"/>
            <p:cNvCxnSpPr>
              <a:stCxn id="2430" idx="1"/>
              <a:endCxn id="2423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1" name="Google Shape;2431;p65"/>
            <p:cNvCxnSpPr>
              <a:stCxn id="2430" idx="0"/>
              <a:endCxn id="2392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2" name="Google Shape;2432;p65"/>
            <p:cNvCxnSpPr>
              <a:stCxn id="2392" idx="2"/>
              <a:endCxn id="2423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3" name="Google Shape;2433;p65"/>
            <p:cNvCxnSpPr>
              <a:stCxn id="2392" idx="7"/>
              <a:endCxn id="2434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5" name="Google Shape;2435;p65"/>
            <p:cNvCxnSpPr>
              <a:stCxn id="2392" idx="6"/>
              <a:endCxn id="2436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7" name="Google Shape;2437;p65"/>
            <p:cNvCxnSpPr>
              <a:stCxn id="2436" idx="7"/>
              <a:endCxn id="2434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8" name="Google Shape;2438;p65"/>
            <p:cNvCxnSpPr>
              <a:stCxn id="2351" idx="1"/>
              <a:endCxn id="2423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9" name="Google Shape;2439;p65"/>
            <p:cNvCxnSpPr>
              <a:endCxn id="2419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0" name="Google Shape;2440;p65"/>
            <p:cNvCxnSpPr>
              <a:stCxn id="2428" idx="2"/>
              <a:endCxn id="2419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1" name="Google Shape;2441;p65"/>
            <p:cNvCxnSpPr>
              <a:stCxn id="2442" idx="0"/>
              <a:endCxn id="2419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3" name="Google Shape;2443;p65"/>
            <p:cNvCxnSpPr>
              <a:endCxn id="2419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4" name="Google Shape;2444;p65"/>
            <p:cNvCxnSpPr>
              <a:stCxn id="2442" idx="2"/>
              <a:endCxn id="2428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5" name="Google Shape;2445;p65"/>
            <p:cNvCxnSpPr>
              <a:stCxn id="2430" idx="2"/>
              <a:endCxn id="2428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6" name="Google Shape;2446;p65"/>
            <p:cNvCxnSpPr>
              <a:stCxn id="2430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7" name="Google Shape;2447;p65"/>
            <p:cNvCxnSpPr>
              <a:stCxn id="2448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9" name="Google Shape;2449;p65"/>
            <p:cNvCxnSpPr>
              <a:stCxn id="2448" idx="2"/>
              <a:endCxn id="2430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0" name="Google Shape;2450;p65"/>
            <p:cNvCxnSpPr>
              <a:stCxn id="2436" idx="4"/>
              <a:endCxn id="2448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1" name="Google Shape;2451;p65"/>
            <p:cNvCxnSpPr>
              <a:stCxn id="2452" idx="3"/>
              <a:endCxn id="2448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3" name="Google Shape;2453;p65"/>
            <p:cNvCxnSpPr>
              <a:stCxn id="2452" idx="2"/>
              <a:endCxn id="2436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4" name="Google Shape;2454;p65"/>
            <p:cNvCxnSpPr>
              <a:stCxn id="2452" idx="1"/>
              <a:endCxn id="2434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5" name="Google Shape;2455;p65"/>
            <p:cNvCxnSpPr>
              <a:stCxn id="2456" idx="1"/>
              <a:endCxn id="2434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7" name="Google Shape;2457;p65"/>
            <p:cNvCxnSpPr>
              <a:stCxn id="2456" idx="0"/>
              <a:endCxn id="2458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9" name="Google Shape;2459;p65"/>
            <p:cNvCxnSpPr>
              <a:stCxn id="2460" idx="0"/>
              <a:endCxn id="2461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2" name="Google Shape;2462;p65"/>
            <p:cNvCxnSpPr>
              <a:stCxn id="2463" idx="7"/>
              <a:endCxn id="2461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4" name="Google Shape;2464;p65"/>
            <p:cNvCxnSpPr>
              <a:endCxn id="2460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5" name="Google Shape;2465;p65"/>
            <p:cNvCxnSpPr>
              <a:stCxn id="2466" idx="5"/>
              <a:endCxn id="2467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8" name="Google Shape;2468;p65"/>
            <p:cNvCxnSpPr>
              <a:endCxn id="2467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9" name="Google Shape;2469;p65"/>
            <p:cNvCxnSpPr>
              <a:stCxn id="2467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0" name="Google Shape;2470;p65"/>
            <p:cNvCxnSpPr>
              <a:stCxn id="2467" idx="3"/>
              <a:endCxn id="2471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2" name="Google Shape;2472;p65"/>
            <p:cNvCxnSpPr>
              <a:stCxn id="2467" idx="1"/>
              <a:endCxn id="2456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3" name="Google Shape;2473;p65"/>
            <p:cNvCxnSpPr>
              <a:stCxn id="2460" idx="2"/>
              <a:endCxn id="2456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4" name="Google Shape;2474;p65"/>
            <p:cNvCxnSpPr>
              <a:stCxn id="2461" idx="3"/>
              <a:endCxn id="2456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5" name="Google Shape;2475;p65"/>
            <p:cNvCxnSpPr>
              <a:stCxn id="2461" idx="2"/>
              <a:endCxn id="2458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6" name="Google Shape;2476;p65"/>
            <p:cNvCxnSpPr>
              <a:stCxn id="2458" idx="1"/>
              <a:endCxn id="2434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7" name="Google Shape;2477;p65"/>
            <p:cNvCxnSpPr>
              <a:stCxn id="2456" idx="2"/>
              <a:endCxn id="2452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8" name="Google Shape;2478;p65"/>
            <p:cNvCxnSpPr>
              <a:stCxn id="2471" idx="1"/>
              <a:endCxn id="2452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9" name="Google Shape;2479;p65"/>
            <p:cNvCxnSpPr>
              <a:stCxn id="2471" idx="3"/>
              <a:endCxn id="2480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1" name="Google Shape;2481;p65"/>
            <p:cNvCxnSpPr>
              <a:stCxn id="2452" idx="4"/>
              <a:endCxn id="2480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2" name="Google Shape;2482;p65"/>
            <p:cNvCxnSpPr>
              <a:stCxn id="2448" idx="5"/>
              <a:endCxn id="2480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3" name="Google Shape;2483;p65"/>
            <p:cNvCxnSpPr>
              <a:stCxn id="2471" idx="7"/>
              <a:endCxn id="2456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4" name="Google Shape;2484;p65"/>
            <p:cNvCxnSpPr>
              <a:stCxn id="2430" idx="7"/>
              <a:endCxn id="2436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5" name="Google Shape;2485;p65"/>
            <p:cNvCxnSpPr>
              <a:endCxn id="2471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6" name="Google Shape;2486;p65"/>
            <p:cNvCxnSpPr>
              <a:stCxn id="2467" idx="7"/>
              <a:endCxn id="2460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19" name="Google Shape;2419;p65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65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65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65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65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65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65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65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65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65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65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65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65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65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65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65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65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65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87" name="Google Shape;2487;p65"/>
            <p:cNvCxnSpPr>
              <a:stCxn id="2442" idx="1"/>
              <a:endCxn id="2430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8" name="Google Shape;2488;p65"/>
            <p:cNvCxnSpPr>
              <a:stCxn id="2489" idx="6"/>
              <a:endCxn id="2461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0" name="Google Shape;2490;p65"/>
            <p:cNvCxnSpPr>
              <a:stCxn id="2491" idx="4"/>
              <a:endCxn id="2463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2" name="Google Shape;2492;p65"/>
            <p:cNvCxnSpPr>
              <a:stCxn id="2463" idx="4"/>
              <a:endCxn id="2466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3" name="Google Shape;2493;p65"/>
            <p:cNvCxnSpPr>
              <a:stCxn id="2494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5" name="Google Shape;2495;p65"/>
            <p:cNvCxnSpPr>
              <a:stCxn id="2494" idx="0"/>
              <a:endCxn id="2466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6" name="Google Shape;2496;p65"/>
            <p:cNvCxnSpPr>
              <a:stCxn id="2497" idx="1"/>
              <a:endCxn id="2491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8" name="Google Shape;2498;p65"/>
            <p:cNvCxnSpPr>
              <a:stCxn id="2466" idx="2"/>
              <a:endCxn id="2497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9" name="Google Shape;2499;p65"/>
            <p:cNvCxnSpPr>
              <a:stCxn id="2494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0" name="Google Shape;2500;p65"/>
            <p:cNvCxnSpPr>
              <a:stCxn id="2461" idx="1"/>
              <a:endCxn id="2323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1" name="Google Shape;2501;p65"/>
            <p:cNvCxnSpPr>
              <a:stCxn id="2502" idx="6"/>
              <a:endCxn id="2503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4" name="Google Shape;2504;p65"/>
            <p:cNvCxnSpPr>
              <a:stCxn id="2491" idx="7"/>
              <a:endCxn id="2502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5" name="Google Shape;2505;p65"/>
            <p:cNvCxnSpPr>
              <a:stCxn id="2491" idx="5"/>
              <a:endCxn id="2489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6" name="Google Shape;2506;p65"/>
            <p:cNvCxnSpPr>
              <a:stCxn id="2503" idx="3"/>
              <a:endCxn id="2489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7" name="Google Shape;2507;p65"/>
            <p:cNvCxnSpPr>
              <a:stCxn id="2489" idx="4"/>
              <a:endCxn id="2463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8" name="Google Shape;2508;p65"/>
            <p:cNvCxnSpPr>
              <a:stCxn id="2467" idx="2"/>
              <a:endCxn id="2494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9" name="Google Shape;2509;p65"/>
            <p:cNvCxnSpPr>
              <a:endCxn id="2494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91" name="Google Shape;2491;p65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0" name="Google Shape;2510;p65"/>
            <p:cNvCxnSpPr>
              <a:stCxn id="2463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1" name="Google Shape;2511;p65"/>
            <p:cNvCxnSpPr>
              <a:stCxn id="2502" idx="4"/>
              <a:endCxn id="2489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35" name="Google Shape;2335;p65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2" name="Google Shape;2512;p65"/>
            <p:cNvCxnSpPr>
              <a:stCxn id="2335" idx="3"/>
              <a:endCxn id="2458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3" name="Google Shape;2513;p65"/>
            <p:cNvCxnSpPr>
              <a:stCxn id="2335" idx="2"/>
              <a:endCxn id="2323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4" name="Google Shape;2514;p65"/>
            <p:cNvCxnSpPr>
              <a:stCxn id="2502" idx="7"/>
              <a:endCxn id="2322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5" name="Google Shape;2515;p65"/>
            <p:cNvCxnSpPr>
              <a:endCxn id="2502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97" name="Google Shape;2497;p65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6" name="Google Shape;2516;p65"/>
            <p:cNvCxnSpPr>
              <a:stCxn id="2466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7" name="Google Shape;2517;p65"/>
            <p:cNvCxnSpPr>
              <a:stCxn id="2503" idx="6"/>
              <a:endCxn id="2323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8" name="Google Shape;2518;p65"/>
            <p:cNvCxnSpPr>
              <a:stCxn id="2503" idx="5"/>
              <a:endCxn id="2461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9" name="Google Shape;2519;p65"/>
            <p:cNvCxnSpPr>
              <a:stCxn id="2322" idx="0"/>
              <a:endCxn id="2503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0" name="Google Shape;2520;p65"/>
            <p:cNvCxnSpPr>
              <a:stCxn id="2463" idx="5"/>
              <a:endCxn id="2460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1" name="Google Shape;2521;p65"/>
            <p:cNvCxnSpPr>
              <a:stCxn id="2458" idx="7"/>
              <a:endCxn id="2323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2" name="Google Shape;2522;p65"/>
            <p:cNvCxnSpPr>
              <a:stCxn id="2331" idx="7"/>
              <a:endCxn id="2335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3" name="Google Shape;2523;p65"/>
            <p:cNvCxnSpPr>
              <a:stCxn id="2434" idx="7"/>
              <a:endCxn id="2336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4" name="Google Shape;2524;p65"/>
            <p:cNvCxnSpPr>
              <a:stCxn id="2434" idx="6"/>
              <a:endCxn id="2335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5" name="Google Shape;2525;p65"/>
            <p:cNvCxnSpPr>
              <a:stCxn id="2348" idx="0"/>
              <a:endCxn id="2434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6" name="Google Shape;2526;p65"/>
            <p:cNvCxnSpPr>
              <a:stCxn id="2351" idx="0"/>
              <a:endCxn id="2399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7" name="Google Shape;2527;p65"/>
            <p:cNvCxnSpPr>
              <a:stCxn id="2355" idx="0"/>
              <a:endCxn id="2399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8" name="Google Shape;2528;p65"/>
            <p:cNvCxnSpPr>
              <a:stCxn id="2353" idx="0"/>
              <a:endCxn id="2351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9" name="Google Shape;2529;p65"/>
            <p:cNvCxnSpPr>
              <a:stCxn id="2434" idx="1"/>
              <a:endCxn id="2393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30" name="Google Shape;2530;p65"/>
            <p:cNvCxnSpPr>
              <a:stCxn id="2348" idx="0"/>
              <a:endCxn id="2393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31" name="Google Shape;2531;p65"/>
            <p:cNvCxnSpPr>
              <a:stCxn id="2393" idx="7"/>
              <a:endCxn id="2351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99" name="Google Shape;2399;p65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65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65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32" name="Google Shape;2532;p65"/>
            <p:cNvCxnSpPr>
              <a:stCxn id="2390" idx="0"/>
              <a:endCxn id="2399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33" name="Google Shape;2533;p65"/>
            <p:cNvCxnSpPr>
              <a:endCxn id="2390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534" name="Google Shape;2534;p65"/>
          <p:cNvSpPr/>
          <p:nvPr/>
        </p:nvSpPr>
        <p:spPr>
          <a:xfrm flipH="1" rot="10800000">
            <a:off x="0" y="-5799"/>
            <a:ext cx="12192000" cy="40737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5" name="Google Shape;2535;p65"/>
          <p:cNvGrpSpPr/>
          <p:nvPr/>
        </p:nvGrpSpPr>
        <p:grpSpPr>
          <a:xfrm>
            <a:off x="4917086" y="1975299"/>
            <a:ext cx="2357831" cy="4144944"/>
            <a:chOff x="445712" y="1449040"/>
            <a:chExt cx="2113018" cy="3924176"/>
          </a:xfrm>
        </p:grpSpPr>
        <p:sp>
          <p:nvSpPr>
            <p:cNvPr id="2536" name="Google Shape;2536;p65"/>
            <p:cNvSpPr/>
            <p:nvPr/>
          </p:nvSpPr>
          <p:spPr>
            <a:xfrm>
              <a:off x="445712" y="1449040"/>
              <a:ext cx="2113018" cy="3924176"/>
            </a:xfrm>
            <a:prstGeom prst="roundRect">
              <a:avLst>
                <a:gd fmla="val 1358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8" name="Google Shape;2538;p65"/>
            <p:cNvGrpSpPr/>
            <p:nvPr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539" name="Google Shape;2539;p65"/>
              <p:cNvSpPr/>
              <p:nvPr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cap="flat" cmpd="sng" w="12700">
                <a:solidFill>
                  <a:srgbClr val="26262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p65"/>
              <p:cNvSpPr/>
              <p:nvPr/>
            </p:nvSpPr>
            <p:spPr>
              <a:xfrm>
                <a:off x="1634225" y="5796647"/>
                <a:ext cx="142969" cy="144016"/>
              </a:xfrm>
              <a:prstGeom prst="roundRect">
                <a:avLst>
                  <a:gd fmla="val 16667" name="adj"/>
                </a:avLst>
              </a:prstGeom>
              <a:solidFill>
                <a:srgbClr val="737373"/>
              </a:solidFill>
              <a:ln cap="flat" cmpd="sng" w="9525">
                <a:solidFill>
                  <a:srgbClr val="B0B0B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41" name="Google Shape;2541;p65"/>
          <p:cNvSpPr/>
          <p:nvPr>
            <p:ph idx="2" type="pic"/>
          </p:nvPr>
        </p:nvSpPr>
        <p:spPr>
          <a:xfrm>
            <a:off x="5083388" y="2321178"/>
            <a:ext cx="2025226" cy="332137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2" name="Google Shape;2542;p65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ontents slide layout">
  <p:cSld name="13_Contents slide layout"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ontents slide layout">
  <p:cSld name="14_Contents slide layout"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5" name="Google Shape;2545;p67"/>
          <p:cNvGrpSpPr/>
          <p:nvPr/>
        </p:nvGrpSpPr>
        <p:grpSpPr>
          <a:xfrm>
            <a:off x="637723" y="3059055"/>
            <a:ext cx="4156177" cy="3268904"/>
            <a:chOff x="2444748" y="555045"/>
            <a:chExt cx="7282048" cy="5727454"/>
          </a:xfrm>
        </p:grpSpPr>
        <p:sp>
          <p:nvSpPr>
            <p:cNvPr id="2546" name="Google Shape;2546;p67"/>
            <p:cNvSpPr/>
            <p:nvPr/>
          </p:nvSpPr>
          <p:spPr>
            <a:xfrm>
              <a:off x="4964693" y="5443837"/>
              <a:ext cx="2168250" cy="818208"/>
            </a:xfrm>
            <a:custGeom>
              <a:rect b="b" l="l" r="r" t="t"/>
              <a:pathLst>
                <a:path extrusionOk="0" h="818207" w="2168250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52999">
                  <a:srgbClr val="D8D8D8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67"/>
            <p:cNvSpPr/>
            <p:nvPr/>
          </p:nvSpPr>
          <p:spPr>
            <a:xfrm>
              <a:off x="2444748" y="555045"/>
              <a:ext cx="7282048" cy="4950157"/>
            </a:xfrm>
            <a:custGeom>
              <a:rect b="b" l="l" r="r" t="t"/>
              <a:pathLst>
                <a:path extrusionOk="0" h="4950157" w="7282048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67"/>
            <p:cNvSpPr/>
            <p:nvPr/>
          </p:nvSpPr>
          <p:spPr>
            <a:xfrm>
              <a:off x="8706599" y="5435655"/>
              <a:ext cx="490925" cy="81821"/>
            </a:xfrm>
            <a:custGeom>
              <a:rect b="b" l="l" r="r" t="t"/>
              <a:pathLst>
                <a:path extrusionOk="0" h="81820" w="490924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67"/>
            <p:cNvSpPr/>
            <p:nvPr/>
          </p:nvSpPr>
          <p:spPr>
            <a:xfrm>
              <a:off x="2481568" y="595956"/>
              <a:ext cx="7200228" cy="4336501"/>
            </a:xfrm>
            <a:custGeom>
              <a:rect b="b" l="l" r="r" t="t"/>
              <a:pathLst>
                <a:path extrusionOk="0" h="4336501" w="7200227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67"/>
            <p:cNvSpPr/>
            <p:nvPr/>
          </p:nvSpPr>
          <p:spPr>
            <a:xfrm>
              <a:off x="4968919" y="6159768"/>
              <a:ext cx="2168250" cy="122731"/>
            </a:xfrm>
            <a:custGeom>
              <a:rect b="b" l="l" r="r" t="t"/>
              <a:pathLst>
                <a:path extrusionOk="0" h="122731" w="2168250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67"/>
            <p:cNvSpPr/>
            <p:nvPr/>
          </p:nvSpPr>
          <p:spPr>
            <a:xfrm>
              <a:off x="2481568" y="4903820"/>
              <a:ext cx="7200228" cy="572745"/>
            </a:xfrm>
            <a:custGeom>
              <a:rect b="b" l="l" r="r" t="t"/>
              <a:pathLst>
                <a:path extrusionOk="0" h="572745" w="7200227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67"/>
            <p:cNvSpPr/>
            <p:nvPr/>
          </p:nvSpPr>
          <p:spPr>
            <a:xfrm>
              <a:off x="2747714" y="910966"/>
              <a:ext cx="6676116" cy="3763756"/>
            </a:xfrm>
            <a:custGeom>
              <a:rect b="b" l="l" r="r" t="t"/>
              <a:pathLst>
                <a:path extrusionOk="0" h="3763755" w="6586571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67"/>
            <p:cNvSpPr/>
            <p:nvPr/>
          </p:nvSpPr>
          <p:spPr>
            <a:xfrm>
              <a:off x="5654591" y="939518"/>
              <a:ext cx="3769239" cy="3736342"/>
            </a:xfrm>
            <a:custGeom>
              <a:rect b="b" l="l" r="r" t="t"/>
              <a:pathLst>
                <a:path extrusionOk="0" h="4035268" w="3976489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4" name="Google Shape;2554;p67"/>
          <p:cNvSpPr/>
          <p:nvPr>
            <p:ph idx="2" type="pic"/>
          </p:nvPr>
        </p:nvSpPr>
        <p:spPr>
          <a:xfrm>
            <a:off x="0" y="1"/>
            <a:ext cx="12192000" cy="38840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555" name="Google Shape;2555;p67"/>
          <p:cNvSpPr/>
          <p:nvPr>
            <p:ph idx="3" type="pic"/>
          </p:nvPr>
        </p:nvSpPr>
        <p:spPr>
          <a:xfrm>
            <a:off x="767538" y="3202164"/>
            <a:ext cx="3917673" cy="225145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ontents slide layout">
  <p:cSld name="15_Contents slide layout"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7" name="Google Shape;2557;p68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2558" name="Google Shape;2558;p68"/>
            <p:cNvCxnSpPr>
              <a:stCxn id="2559" idx="7"/>
              <a:endCxn id="2560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1" name="Google Shape;2561;p68"/>
            <p:cNvCxnSpPr>
              <a:stCxn id="2560" idx="4"/>
              <a:endCxn id="2562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3" name="Google Shape;2563;p68"/>
            <p:cNvCxnSpPr>
              <a:stCxn id="2564" idx="2"/>
              <a:endCxn id="2565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6" name="Google Shape;2566;p68"/>
            <p:cNvCxnSpPr>
              <a:stCxn id="2562" idx="5"/>
              <a:endCxn id="2564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7" name="Google Shape;2567;p68"/>
            <p:cNvCxnSpPr>
              <a:stCxn id="2560" idx="5"/>
              <a:endCxn id="2568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9" name="Google Shape;2569;p68"/>
            <p:cNvCxnSpPr>
              <a:stCxn id="2564" idx="0"/>
              <a:endCxn id="2568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0" name="Google Shape;2570;p68"/>
            <p:cNvCxnSpPr>
              <a:stCxn id="2562" idx="3"/>
              <a:endCxn id="2565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1" name="Google Shape;2571;p68"/>
            <p:cNvCxnSpPr>
              <a:stCxn id="2572" idx="7"/>
              <a:endCxn id="2573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4" name="Google Shape;2574;p68"/>
            <p:cNvCxnSpPr>
              <a:stCxn id="2564" idx="7"/>
              <a:endCxn id="2573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5" name="Google Shape;2575;p68"/>
            <p:cNvCxnSpPr>
              <a:stCxn id="2576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7" name="Google Shape;2577;p68"/>
            <p:cNvCxnSpPr>
              <a:stCxn id="2562" idx="6"/>
              <a:endCxn id="2568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8" name="Google Shape;2578;p68"/>
            <p:cNvCxnSpPr>
              <a:stCxn id="2576" idx="0"/>
              <a:endCxn id="2565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9" name="Google Shape;2579;p68"/>
            <p:cNvCxnSpPr>
              <a:stCxn id="2568" idx="6"/>
              <a:endCxn id="2573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0" name="Google Shape;2580;p68"/>
            <p:cNvCxnSpPr>
              <a:stCxn id="2581" idx="0"/>
              <a:endCxn id="2573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2" name="Google Shape;2582;p68"/>
            <p:cNvCxnSpPr>
              <a:stCxn id="2583" idx="1"/>
              <a:endCxn id="2573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4" name="Google Shape;2584;p68"/>
            <p:cNvCxnSpPr>
              <a:stCxn id="2583" idx="0"/>
              <a:endCxn id="2585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6" name="Google Shape;2586;p68"/>
            <p:cNvCxnSpPr>
              <a:stCxn id="2585" idx="2"/>
              <a:endCxn id="2573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7" name="Google Shape;2587;p68"/>
            <p:cNvCxnSpPr>
              <a:stCxn id="2585" idx="7"/>
              <a:endCxn id="2588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9" name="Google Shape;2589;p68"/>
            <p:cNvCxnSpPr>
              <a:stCxn id="2585" idx="6"/>
              <a:endCxn id="2590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1" name="Google Shape;2591;p68"/>
            <p:cNvCxnSpPr>
              <a:stCxn id="2590" idx="7"/>
              <a:endCxn id="2592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3" name="Google Shape;2593;p68"/>
            <p:cNvCxnSpPr>
              <a:stCxn id="2594" idx="0"/>
              <a:endCxn id="2560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5" name="Google Shape;2595;p68"/>
            <p:cNvCxnSpPr>
              <a:stCxn id="2565" idx="2"/>
              <a:endCxn id="2594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6" name="Google Shape;2596;p68"/>
            <p:cNvCxnSpPr>
              <a:stCxn id="2576" idx="1"/>
              <a:endCxn id="2594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7" name="Google Shape;2597;p68"/>
            <p:cNvCxnSpPr>
              <a:stCxn id="2598" idx="7"/>
              <a:endCxn id="2594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9" name="Google Shape;2599;p68"/>
            <p:cNvCxnSpPr>
              <a:stCxn id="2559" idx="6"/>
              <a:endCxn id="2594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0" name="Google Shape;2600;p68"/>
            <p:cNvCxnSpPr>
              <a:stCxn id="2601" idx="7"/>
              <a:endCxn id="2559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2" name="Google Shape;2602;p68"/>
            <p:cNvCxnSpPr>
              <a:stCxn id="2601" idx="6"/>
              <a:endCxn id="2598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3" name="Google Shape;2603;p68"/>
            <p:cNvCxnSpPr>
              <a:stCxn id="2601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4" name="Google Shape;2604;p68"/>
            <p:cNvCxnSpPr>
              <a:stCxn id="2598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5" name="Google Shape;2605;p68"/>
            <p:cNvCxnSpPr>
              <a:stCxn id="2598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6" name="Google Shape;2606;p68"/>
            <p:cNvCxnSpPr>
              <a:stCxn id="2576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7" name="Google Shape;2607;p68"/>
            <p:cNvCxnSpPr>
              <a:stCxn id="2598" idx="6"/>
              <a:endCxn id="2576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8" name="Google Shape;2608;p68"/>
            <p:cNvCxnSpPr>
              <a:stCxn id="2576" idx="6"/>
              <a:endCxn id="2564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9" name="Google Shape;2609;p68"/>
            <p:cNvCxnSpPr>
              <a:stCxn id="2581" idx="2"/>
              <a:endCxn id="2564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0" name="Google Shape;2610;p68"/>
            <p:cNvCxnSpPr>
              <a:stCxn id="2611" idx="0"/>
              <a:endCxn id="2564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2" name="Google Shape;2612;p68"/>
            <p:cNvCxnSpPr>
              <a:endCxn id="2564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3" name="Google Shape;2613;p68"/>
            <p:cNvCxnSpPr>
              <a:stCxn id="2611" idx="2"/>
              <a:endCxn id="2581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4" name="Google Shape;2614;p68"/>
            <p:cNvCxnSpPr>
              <a:stCxn id="2583" idx="2"/>
              <a:endCxn id="2581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5" name="Google Shape;2615;p68"/>
            <p:cNvCxnSpPr>
              <a:stCxn id="2583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6" name="Google Shape;2616;p68"/>
            <p:cNvCxnSpPr>
              <a:stCxn id="2617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8" name="Google Shape;2618;p68"/>
            <p:cNvCxnSpPr>
              <a:stCxn id="2617" idx="2"/>
              <a:endCxn id="2583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9" name="Google Shape;2619;p68"/>
            <p:cNvCxnSpPr>
              <a:stCxn id="2590" idx="4"/>
              <a:endCxn id="2617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0" name="Google Shape;2620;p68"/>
            <p:cNvCxnSpPr>
              <a:stCxn id="2621" idx="3"/>
              <a:endCxn id="2617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2" name="Google Shape;2622;p68"/>
            <p:cNvCxnSpPr>
              <a:stCxn id="2621" idx="2"/>
              <a:endCxn id="2590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3" name="Google Shape;2623;p68"/>
            <p:cNvCxnSpPr>
              <a:stCxn id="2621" idx="1"/>
              <a:endCxn id="2592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4" name="Google Shape;2624;p68"/>
            <p:cNvCxnSpPr>
              <a:stCxn id="2625" idx="1"/>
              <a:endCxn id="2592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6" name="Google Shape;2626;p68"/>
            <p:cNvCxnSpPr>
              <a:stCxn id="2625" idx="0"/>
              <a:endCxn id="2627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8" name="Google Shape;2628;p68"/>
            <p:cNvCxnSpPr>
              <a:stCxn id="2629" idx="7"/>
              <a:endCxn id="2630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1" name="Google Shape;2631;p68"/>
            <p:cNvCxnSpPr>
              <a:endCxn id="2632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3" name="Google Shape;2633;p68"/>
            <p:cNvCxnSpPr>
              <a:stCxn id="2629" idx="0"/>
              <a:endCxn id="2588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4" name="Google Shape;2634;p68"/>
            <p:cNvCxnSpPr>
              <a:stCxn id="2635" idx="0"/>
              <a:endCxn id="2636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7" name="Google Shape;2637;p68"/>
            <p:cNvCxnSpPr>
              <a:stCxn id="2635" idx="1"/>
              <a:endCxn id="2627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8" name="Google Shape;2638;p68"/>
            <p:cNvCxnSpPr>
              <a:stCxn id="2627" idx="2"/>
              <a:endCxn id="2592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9" name="Google Shape;2639;p68"/>
            <p:cNvCxnSpPr>
              <a:stCxn id="2625" idx="2"/>
              <a:endCxn id="2621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0" name="Google Shape;2640;p68"/>
            <p:cNvCxnSpPr>
              <a:stCxn id="2632" idx="1"/>
              <a:endCxn id="2621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1" name="Google Shape;2641;p68"/>
            <p:cNvCxnSpPr>
              <a:stCxn id="2632" idx="3"/>
              <a:endCxn id="2642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3" name="Google Shape;2643;p68"/>
            <p:cNvCxnSpPr>
              <a:stCxn id="2621" idx="4"/>
              <a:endCxn id="2642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4" name="Google Shape;2644;p68"/>
            <p:cNvCxnSpPr>
              <a:stCxn id="2617" idx="5"/>
              <a:endCxn id="2642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5" name="Google Shape;2645;p68"/>
            <p:cNvCxnSpPr>
              <a:stCxn id="2632" idx="7"/>
              <a:endCxn id="2625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6" name="Google Shape;2646;p68"/>
            <p:cNvCxnSpPr>
              <a:stCxn id="2583" idx="7"/>
              <a:endCxn id="2590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7" name="Google Shape;2647;p68"/>
            <p:cNvCxnSpPr>
              <a:endCxn id="2632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60" name="Google Shape;2560;p68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68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68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68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68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68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68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68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68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68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68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68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68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68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68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68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68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68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68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68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48" name="Google Shape;2648;p68"/>
            <p:cNvCxnSpPr>
              <a:stCxn id="2562" idx="2"/>
              <a:endCxn id="2594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9" name="Google Shape;2649;p68"/>
            <p:cNvCxnSpPr>
              <a:stCxn id="2559" idx="4"/>
              <a:endCxn id="2598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01" name="Google Shape;2601;p68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0" name="Google Shape;2650;p68"/>
            <p:cNvCxnSpPr>
              <a:stCxn id="2601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1" name="Google Shape;2651;p68"/>
            <p:cNvCxnSpPr>
              <a:stCxn id="2601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2" name="Google Shape;2652;p68"/>
            <p:cNvCxnSpPr>
              <a:stCxn id="2601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3" name="Google Shape;2653;p68"/>
            <p:cNvCxnSpPr>
              <a:endCxn id="2559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11" name="Google Shape;2611;p68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68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4" name="Google Shape;2654;p68"/>
            <p:cNvCxnSpPr>
              <a:stCxn id="2611" idx="1"/>
              <a:endCxn id="2583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5" name="Google Shape;2655;p68"/>
            <p:cNvCxnSpPr>
              <a:endCxn id="2656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7" name="Google Shape;2657;p68"/>
            <p:cNvCxnSpPr>
              <a:endCxn id="2635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8" name="Google Shape;2658;p68"/>
            <p:cNvCxnSpPr>
              <a:stCxn id="2656" idx="0"/>
              <a:endCxn id="2635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9" name="Google Shape;2659;p68"/>
            <p:cNvCxnSpPr>
              <a:stCxn id="2636" idx="2"/>
              <a:endCxn id="2660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1" name="Google Shape;2661;p68"/>
            <p:cNvCxnSpPr>
              <a:stCxn id="2656" idx="7"/>
              <a:endCxn id="2660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2" name="Google Shape;2662;p68"/>
            <p:cNvCxnSpPr>
              <a:endCxn id="2635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3" name="Google Shape;2663;p68"/>
            <p:cNvCxnSpPr>
              <a:stCxn id="2635" idx="6"/>
              <a:endCxn id="2660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4" name="Google Shape;2664;p68"/>
            <p:cNvCxnSpPr>
              <a:stCxn id="2665" idx="0"/>
              <a:endCxn id="2660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6" name="Google Shape;2666;p68"/>
            <p:cNvCxnSpPr>
              <a:stCxn id="2667" idx="1"/>
              <a:endCxn id="2660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8" name="Google Shape;2668;p68"/>
            <p:cNvCxnSpPr>
              <a:stCxn id="2667" idx="0"/>
              <a:endCxn id="2629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9" name="Google Shape;2669;p68"/>
            <p:cNvCxnSpPr>
              <a:stCxn id="2629" idx="2"/>
              <a:endCxn id="2660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0" name="Google Shape;2670;p68"/>
            <p:cNvCxnSpPr>
              <a:stCxn id="2629" idx="7"/>
              <a:endCxn id="2671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2" name="Google Shape;2672;p68"/>
            <p:cNvCxnSpPr>
              <a:stCxn id="2629" idx="6"/>
              <a:endCxn id="2673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4" name="Google Shape;2674;p68"/>
            <p:cNvCxnSpPr>
              <a:stCxn id="2673" idx="7"/>
              <a:endCxn id="2671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5" name="Google Shape;2675;p68"/>
            <p:cNvCxnSpPr>
              <a:stCxn id="2588" idx="1"/>
              <a:endCxn id="2660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6" name="Google Shape;2676;p68"/>
            <p:cNvCxnSpPr>
              <a:endCxn id="2656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7" name="Google Shape;2677;p68"/>
            <p:cNvCxnSpPr>
              <a:stCxn id="2665" idx="2"/>
              <a:endCxn id="2656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8" name="Google Shape;2678;p68"/>
            <p:cNvCxnSpPr>
              <a:stCxn id="2679" idx="0"/>
              <a:endCxn id="2656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0" name="Google Shape;2680;p68"/>
            <p:cNvCxnSpPr>
              <a:endCxn id="2656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1" name="Google Shape;2681;p68"/>
            <p:cNvCxnSpPr>
              <a:stCxn id="2679" idx="2"/>
              <a:endCxn id="2665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2" name="Google Shape;2682;p68"/>
            <p:cNvCxnSpPr>
              <a:stCxn id="2667" idx="2"/>
              <a:endCxn id="2665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3" name="Google Shape;2683;p68"/>
            <p:cNvCxnSpPr>
              <a:stCxn id="2667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4" name="Google Shape;2684;p68"/>
            <p:cNvCxnSpPr>
              <a:stCxn id="2685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6" name="Google Shape;2686;p68"/>
            <p:cNvCxnSpPr>
              <a:stCxn id="2685" idx="2"/>
              <a:endCxn id="2667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7" name="Google Shape;2687;p68"/>
            <p:cNvCxnSpPr>
              <a:stCxn id="2673" idx="4"/>
              <a:endCxn id="2685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8" name="Google Shape;2688;p68"/>
            <p:cNvCxnSpPr>
              <a:stCxn id="2689" idx="3"/>
              <a:endCxn id="2685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0" name="Google Shape;2690;p68"/>
            <p:cNvCxnSpPr>
              <a:stCxn id="2689" idx="2"/>
              <a:endCxn id="2673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1" name="Google Shape;2691;p68"/>
            <p:cNvCxnSpPr>
              <a:stCxn id="2689" idx="1"/>
              <a:endCxn id="2671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2" name="Google Shape;2692;p68"/>
            <p:cNvCxnSpPr>
              <a:stCxn id="2693" idx="1"/>
              <a:endCxn id="2671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4" name="Google Shape;2694;p68"/>
            <p:cNvCxnSpPr>
              <a:stCxn id="2693" idx="0"/>
              <a:endCxn id="2695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6" name="Google Shape;2696;p68"/>
            <p:cNvCxnSpPr>
              <a:stCxn id="2697" idx="0"/>
              <a:endCxn id="2698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9" name="Google Shape;2699;p68"/>
            <p:cNvCxnSpPr>
              <a:stCxn id="2700" idx="7"/>
              <a:endCxn id="2698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1" name="Google Shape;2701;p68"/>
            <p:cNvCxnSpPr>
              <a:endCxn id="2697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2" name="Google Shape;2702;p68"/>
            <p:cNvCxnSpPr>
              <a:stCxn id="2703" idx="5"/>
              <a:endCxn id="2704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5" name="Google Shape;2705;p68"/>
            <p:cNvCxnSpPr>
              <a:endCxn id="2704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6" name="Google Shape;2706;p68"/>
            <p:cNvCxnSpPr>
              <a:stCxn id="2704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7" name="Google Shape;2707;p68"/>
            <p:cNvCxnSpPr>
              <a:stCxn id="2704" idx="3"/>
              <a:endCxn id="2708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9" name="Google Shape;2709;p68"/>
            <p:cNvCxnSpPr>
              <a:stCxn id="2704" idx="1"/>
              <a:endCxn id="2693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0" name="Google Shape;2710;p68"/>
            <p:cNvCxnSpPr>
              <a:stCxn id="2697" idx="2"/>
              <a:endCxn id="2693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1" name="Google Shape;2711;p68"/>
            <p:cNvCxnSpPr>
              <a:stCxn id="2698" idx="3"/>
              <a:endCxn id="2693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2" name="Google Shape;2712;p68"/>
            <p:cNvCxnSpPr>
              <a:stCxn id="2698" idx="2"/>
              <a:endCxn id="2695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3" name="Google Shape;2713;p68"/>
            <p:cNvCxnSpPr>
              <a:stCxn id="2695" idx="1"/>
              <a:endCxn id="2671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4" name="Google Shape;2714;p68"/>
            <p:cNvCxnSpPr>
              <a:stCxn id="2693" idx="2"/>
              <a:endCxn id="2689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5" name="Google Shape;2715;p68"/>
            <p:cNvCxnSpPr>
              <a:stCxn id="2708" idx="1"/>
              <a:endCxn id="2689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6" name="Google Shape;2716;p68"/>
            <p:cNvCxnSpPr>
              <a:stCxn id="2708" idx="3"/>
              <a:endCxn id="2717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8" name="Google Shape;2718;p68"/>
            <p:cNvCxnSpPr>
              <a:stCxn id="2689" idx="4"/>
              <a:endCxn id="2717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9" name="Google Shape;2719;p68"/>
            <p:cNvCxnSpPr>
              <a:stCxn id="2685" idx="5"/>
              <a:endCxn id="2717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0" name="Google Shape;2720;p68"/>
            <p:cNvCxnSpPr>
              <a:stCxn id="2708" idx="7"/>
              <a:endCxn id="2693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1" name="Google Shape;2721;p68"/>
            <p:cNvCxnSpPr>
              <a:stCxn id="2667" idx="7"/>
              <a:endCxn id="2673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2" name="Google Shape;2722;p68"/>
            <p:cNvCxnSpPr>
              <a:endCxn id="2708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3" name="Google Shape;2723;p68"/>
            <p:cNvCxnSpPr>
              <a:stCxn id="2704" idx="7"/>
              <a:endCxn id="2697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56" name="Google Shape;2656;p68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68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p68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68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68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68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68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68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68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68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68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68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p68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p68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68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68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68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68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4" name="Google Shape;2724;p68"/>
            <p:cNvCxnSpPr>
              <a:stCxn id="2679" idx="1"/>
              <a:endCxn id="2667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5" name="Google Shape;2725;p68"/>
            <p:cNvCxnSpPr>
              <a:stCxn id="2726" idx="6"/>
              <a:endCxn id="2698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7" name="Google Shape;2727;p68"/>
            <p:cNvCxnSpPr>
              <a:stCxn id="2728" idx="4"/>
              <a:endCxn id="2700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9" name="Google Shape;2729;p68"/>
            <p:cNvCxnSpPr>
              <a:stCxn id="2700" idx="4"/>
              <a:endCxn id="2703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0" name="Google Shape;2730;p68"/>
            <p:cNvCxnSpPr>
              <a:stCxn id="2731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2" name="Google Shape;2732;p68"/>
            <p:cNvCxnSpPr>
              <a:stCxn id="2731" idx="0"/>
              <a:endCxn id="2703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3" name="Google Shape;2733;p68"/>
            <p:cNvCxnSpPr>
              <a:stCxn id="2734" idx="1"/>
              <a:endCxn id="2728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5" name="Google Shape;2735;p68"/>
            <p:cNvCxnSpPr>
              <a:stCxn id="2703" idx="2"/>
              <a:endCxn id="2734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6" name="Google Shape;2736;p68"/>
            <p:cNvCxnSpPr>
              <a:stCxn id="2731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7" name="Google Shape;2737;p68"/>
            <p:cNvCxnSpPr>
              <a:stCxn id="2698" idx="1"/>
              <a:endCxn id="2560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8" name="Google Shape;2738;p68"/>
            <p:cNvCxnSpPr>
              <a:stCxn id="2739" idx="6"/>
              <a:endCxn id="2740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1" name="Google Shape;2741;p68"/>
            <p:cNvCxnSpPr>
              <a:stCxn id="2728" idx="7"/>
              <a:endCxn id="2739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2" name="Google Shape;2742;p68"/>
            <p:cNvCxnSpPr>
              <a:stCxn id="2728" idx="5"/>
              <a:endCxn id="2726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3" name="Google Shape;2743;p68"/>
            <p:cNvCxnSpPr>
              <a:stCxn id="2740" idx="3"/>
              <a:endCxn id="2726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4" name="Google Shape;2744;p68"/>
            <p:cNvCxnSpPr>
              <a:stCxn id="2726" idx="4"/>
              <a:endCxn id="2700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5" name="Google Shape;2745;p68"/>
            <p:cNvCxnSpPr>
              <a:stCxn id="2704" idx="2"/>
              <a:endCxn id="2731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6" name="Google Shape;2746;p68"/>
            <p:cNvCxnSpPr>
              <a:endCxn id="2731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28" name="Google Shape;2728;p68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68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68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68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p68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68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68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7" name="Google Shape;2747;p68"/>
            <p:cNvCxnSpPr>
              <a:stCxn id="2700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8" name="Google Shape;2748;p68"/>
            <p:cNvCxnSpPr>
              <a:stCxn id="2739" idx="4"/>
              <a:endCxn id="2726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72" name="Google Shape;2572;p68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9" name="Google Shape;2749;p68"/>
            <p:cNvCxnSpPr>
              <a:stCxn id="2572" idx="3"/>
              <a:endCxn id="2695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0" name="Google Shape;2750;p68"/>
            <p:cNvCxnSpPr>
              <a:stCxn id="2572" idx="2"/>
              <a:endCxn id="2560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1" name="Google Shape;2751;p68"/>
            <p:cNvCxnSpPr>
              <a:stCxn id="2739" idx="7"/>
              <a:endCxn id="2559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2" name="Google Shape;2752;p68"/>
            <p:cNvCxnSpPr>
              <a:endCxn id="2739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34" name="Google Shape;2734;p68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53" name="Google Shape;2753;p68"/>
            <p:cNvCxnSpPr>
              <a:stCxn id="2703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4" name="Google Shape;2754;p68"/>
            <p:cNvCxnSpPr>
              <a:stCxn id="2740" idx="6"/>
              <a:endCxn id="2560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5" name="Google Shape;2755;p68"/>
            <p:cNvCxnSpPr>
              <a:stCxn id="2740" idx="5"/>
              <a:endCxn id="2698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6" name="Google Shape;2756;p68"/>
            <p:cNvCxnSpPr>
              <a:stCxn id="2559" idx="0"/>
              <a:endCxn id="2740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7" name="Google Shape;2757;p68"/>
            <p:cNvCxnSpPr>
              <a:stCxn id="2700" idx="5"/>
              <a:endCxn id="2697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8" name="Google Shape;2758;p68"/>
            <p:cNvCxnSpPr>
              <a:stCxn id="2695" idx="7"/>
              <a:endCxn id="2560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9" name="Google Shape;2759;p68"/>
            <p:cNvCxnSpPr>
              <a:stCxn id="2568" idx="7"/>
              <a:endCxn id="2572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0" name="Google Shape;2760;p68"/>
            <p:cNvCxnSpPr>
              <a:stCxn id="2671" idx="7"/>
              <a:endCxn id="2573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1" name="Google Shape;2761;p68"/>
            <p:cNvCxnSpPr>
              <a:stCxn id="2671" idx="6"/>
              <a:endCxn id="2572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2" name="Google Shape;2762;p68"/>
            <p:cNvCxnSpPr>
              <a:stCxn id="2585" idx="0"/>
              <a:endCxn id="2671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3" name="Google Shape;2763;p68"/>
            <p:cNvCxnSpPr>
              <a:stCxn id="2588" idx="0"/>
              <a:endCxn id="2636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4" name="Google Shape;2764;p68"/>
            <p:cNvCxnSpPr>
              <a:stCxn id="2592" idx="0"/>
              <a:endCxn id="2636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5" name="Google Shape;2765;p68"/>
            <p:cNvCxnSpPr>
              <a:stCxn id="2590" idx="0"/>
              <a:endCxn id="2588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6" name="Google Shape;2766;p68"/>
            <p:cNvCxnSpPr>
              <a:stCxn id="2671" idx="1"/>
              <a:endCxn id="2630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7" name="Google Shape;2767;p68"/>
            <p:cNvCxnSpPr>
              <a:stCxn id="2585" idx="0"/>
              <a:endCxn id="2630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8" name="Google Shape;2768;p68"/>
            <p:cNvCxnSpPr>
              <a:stCxn id="2630" idx="7"/>
              <a:endCxn id="2588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36" name="Google Shape;2636;p68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68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68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69" name="Google Shape;2769;p68"/>
            <p:cNvCxnSpPr>
              <a:stCxn id="2627" idx="0"/>
              <a:endCxn id="2636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0" name="Google Shape;2770;p68"/>
            <p:cNvCxnSpPr>
              <a:endCxn id="2627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71" name="Google Shape;2771;p68"/>
          <p:cNvSpPr/>
          <p:nvPr>
            <p:ph idx="2" type="pic"/>
          </p:nvPr>
        </p:nvSpPr>
        <p:spPr>
          <a:xfrm>
            <a:off x="6600622" y="1305993"/>
            <a:ext cx="4334608" cy="433509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772" name="Google Shape;2772;p68"/>
          <p:cNvSpPr/>
          <p:nvPr/>
        </p:nvSpPr>
        <p:spPr>
          <a:xfrm>
            <a:off x="6320628" y="1026240"/>
            <a:ext cx="4894597" cy="4894597"/>
          </a:xfrm>
          <a:prstGeom prst="arc">
            <a:avLst>
              <a:gd fmla="val 12493243" name="adj1"/>
              <a:gd fmla="val 8891088" name="adj2"/>
            </a:avLst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lg" w="lg" type="oval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NG sets layout">
  <p:cSld name="PNG sets layout"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70"/>
          <p:cNvSpPr txBox="1"/>
          <p:nvPr>
            <p:ph idx="1" type="body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con sets layout">
  <p:cSld name="1_Icon sets layout"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71"/>
          <p:cNvSpPr txBox="1"/>
          <p:nvPr>
            <p:ph idx="1" type="body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7" name="Google Shape;2777;p71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fmla="val 39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71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fmla="val 50000" name="adj"/>
            </a:avLst>
          </a:prstGeom>
          <a:solidFill>
            <a:schemeClr val="lt1">
              <a:alpha val="40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9" name="Google Shape;2779;p71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chemeClr val="lt1">
              <a:alpha val="2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71"/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1" name="Google Shape;2781;p71"/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71"/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www.allppt.com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3" name="Google Shape;2783;p71"/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PPT TEMPLATES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s slide layout">
  <p:cSld name="2_Contents slide layout"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5" name="Google Shape;2785;p72"/>
          <p:cNvGrpSpPr/>
          <p:nvPr/>
        </p:nvGrpSpPr>
        <p:grpSpPr>
          <a:xfrm>
            <a:off x="-98982" y="-104349"/>
            <a:ext cx="12408371" cy="7045441"/>
            <a:chOff x="-98982" y="-104349"/>
            <a:chExt cx="12408371" cy="7045441"/>
          </a:xfrm>
        </p:grpSpPr>
        <p:cxnSp>
          <p:nvCxnSpPr>
            <p:cNvPr id="2786" name="Google Shape;2786;p72"/>
            <p:cNvCxnSpPr>
              <a:stCxn id="2787" idx="7"/>
              <a:endCxn id="2788" idx="2"/>
            </p:cNvCxnSpPr>
            <p:nvPr/>
          </p:nvCxnSpPr>
          <p:spPr>
            <a:xfrm>
              <a:off x="1584504" y="1905029"/>
              <a:ext cx="1703100" cy="944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9" name="Google Shape;2789;p72"/>
            <p:cNvCxnSpPr>
              <a:stCxn id="2788" idx="4"/>
              <a:endCxn id="2790" idx="1"/>
            </p:cNvCxnSpPr>
            <p:nvPr/>
          </p:nvCxnSpPr>
          <p:spPr>
            <a:xfrm flipH="1" rot="10800000">
              <a:off x="3427782" y="2205737"/>
              <a:ext cx="483000" cy="5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1" name="Google Shape;2791;p72"/>
            <p:cNvCxnSpPr>
              <a:stCxn id="2792" idx="2"/>
              <a:endCxn id="2793" idx="6"/>
            </p:cNvCxnSpPr>
            <p:nvPr/>
          </p:nvCxnSpPr>
          <p:spPr>
            <a:xfrm flipH="1">
              <a:off x="4004083" y="998896"/>
              <a:ext cx="1032900" cy="41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4" name="Google Shape;2794;p72"/>
            <p:cNvCxnSpPr>
              <a:stCxn id="2790" idx="5"/>
              <a:endCxn id="2792" idx="1"/>
            </p:cNvCxnSpPr>
            <p:nvPr/>
          </p:nvCxnSpPr>
          <p:spPr>
            <a:xfrm flipH="1" rot="10800000">
              <a:off x="4016342" y="1082426"/>
              <a:ext cx="10551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5" name="Google Shape;2795;p72"/>
            <p:cNvCxnSpPr>
              <a:stCxn id="2788" idx="5"/>
              <a:endCxn id="2796" idx="1"/>
            </p:cNvCxnSpPr>
            <p:nvPr/>
          </p:nvCxnSpPr>
          <p:spPr>
            <a:xfrm flipH="1" rot="10800000">
              <a:off x="3493690" y="2247401"/>
              <a:ext cx="1466400" cy="58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7" name="Google Shape;2797;p72"/>
            <p:cNvCxnSpPr>
              <a:stCxn id="2792" idx="0"/>
              <a:endCxn id="2796" idx="4"/>
            </p:cNvCxnSpPr>
            <p:nvPr/>
          </p:nvCxnSpPr>
          <p:spPr>
            <a:xfrm flipH="1">
              <a:off x="5012861" y="1116974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8" name="Google Shape;2798;p72"/>
            <p:cNvCxnSpPr>
              <a:stCxn id="2790" idx="3"/>
              <a:endCxn id="2793" idx="0"/>
            </p:cNvCxnSpPr>
            <p:nvPr/>
          </p:nvCxnSpPr>
          <p:spPr>
            <a:xfrm rot="10800000">
              <a:off x="3892106" y="1525526"/>
              <a:ext cx="18600" cy="57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9" name="Google Shape;2799;p72"/>
            <p:cNvCxnSpPr>
              <a:stCxn id="2800" idx="7"/>
              <a:endCxn id="2801" idx="1"/>
            </p:cNvCxnSpPr>
            <p:nvPr/>
          </p:nvCxnSpPr>
          <p:spPr>
            <a:xfrm flipH="1" rot="10800000">
              <a:off x="5140075" y="2351121"/>
              <a:ext cx="1066200" cy="55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2" name="Google Shape;2802;p72"/>
            <p:cNvCxnSpPr>
              <a:stCxn id="2792" idx="7"/>
              <a:endCxn id="2801" idx="3"/>
            </p:cNvCxnSpPr>
            <p:nvPr/>
          </p:nvCxnSpPr>
          <p:spPr>
            <a:xfrm>
              <a:off x="5238555" y="1082390"/>
              <a:ext cx="967800" cy="111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3" name="Google Shape;2803;p72"/>
            <p:cNvCxnSpPr>
              <a:stCxn id="2804" idx="3"/>
            </p:cNvCxnSpPr>
            <p:nvPr/>
          </p:nvCxnSpPr>
          <p:spPr>
            <a:xfrm rot="10800000">
              <a:off x="3211541" y="18433"/>
              <a:ext cx="498900" cy="58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5" name="Google Shape;2805;p72"/>
            <p:cNvCxnSpPr>
              <a:stCxn id="2790" idx="6"/>
              <a:endCxn id="2796" idx="2"/>
            </p:cNvCxnSpPr>
            <p:nvPr/>
          </p:nvCxnSpPr>
          <p:spPr>
            <a:xfrm>
              <a:off x="4038220" y="2152844"/>
              <a:ext cx="900000" cy="4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6" name="Google Shape;2806;p72"/>
            <p:cNvCxnSpPr>
              <a:stCxn id="2804" idx="0"/>
              <a:endCxn id="2793" idx="4"/>
            </p:cNvCxnSpPr>
            <p:nvPr/>
          </p:nvCxnSpPr>
          <p:spPr>
            <a:xfrm>
              <a:off x="3789668" y="792604"/>
              <a:ext cx="102300" cy="50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7" name="Google Shape;2807;p72"/>
            <p:cNvCxnSpPr>
              <a:stCxn id="2796" idx="6"/>
              <a:endCxn id="2801" idx="2"/>
            </p:cNvCxnSpPr>
            <p:nvPr/>
          </p:nvCxnSpPr>
          <p:spPr>
            <a:xfrm>
              <a:off x="5087665" y="2194496"/>
              <a:ext cx="1086000" cy="77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8" name="Google Shape;2808;p72"/>
            <p:cNvCxnSpPr>
              <a:stCxn id="2809" idx="0"/>
              <a:endCxn id="2801" idx="4"/>
            </p:cNvCxnSpPr>
            <p:nvPr/>
          </p:nvCxnSpPr>
          <p:spPr>
            <a:xfrm>
              <a:off x="6243041" y="1291086"/>
              <a:ext cx="42600" cy="86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0" name="Google Shape;2810;p72"/>
            <p:cNvCxnSpPr>
              <a:stCxn id="2811" idx="1"/>
              <a:endCxn id="2801" idx="5"/>
            </p:cNvCxnSpPr>
            <p:nvPr/>
          </p:nvCxnSpPr>
          <p:spPr>
            <a:xfrm flipH="1">
              <a:off x="6364795" y="570689"/>
              <a:ext cx="1332600" cy="1621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2" name="Google Shape;2812;p72"/>
            <p:cNvCxnSpPr>
              <a:stCxn id="2811" idx="0"/>
              <a:endCxn id="2813" idx="4"/>
            </p:cNvCxnSpPr>
            <p:nvPr/>
          </p:nvCxnSpPr>
          <p:spPr>
            <a:xfrm flipH="1">
              <a:off x="7737913" y="592567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4" name="Google Shape;2814;p72"/>
            <p:cNvCxnSpPr>
              <a:stCxn id="2813" idx="2"/>
              <a:endCxn id="2801" idx="6"/>
            </p:cNvCxnSpPr>
            <p:nvPr/>
          </p:nvCxnSpPr>
          <p:spPr>
            <a:xfrm flipH="1">
              <a:off x="6397559" y="1722181"/>
              <a:ext cx="1228200" cy="549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5" name="Google Shape;2815;p72"/>
            <p:cNvCxnSpPr>
              <a:stCxn id="2813" idx="7"/>
              <a:endCxn id="2816" idx="5"/>
            </p:cNvCxnSpPr>
            <p:nvPr/>
          </p:nvCxnSpPr>
          <p:spPr>
            <a:xfrm>
              <a:off x="7817030" y="1801408"/>
              <a:ext cx="1650000" cy="1105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7" name="Google Shape;2817;p72"/>
            <p:cNvCxnSpPr>
              <a:stCxn id="2813" idx="6"/>
              <a:endCxn id="2818" idx="2"/>
            </p:cNvCxnSpPr>
            <p:nvPr/>
          </p:nvCxnSpPr>
          <p:spPr>
            <a:xfrm flipH="1" rot="10800000">
              <a:off x="7849847" y="1627681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9" name="Google Shape;2819;p72"/>
            <p:cNvCxnSpPr>
              <a:stCxn id="2818" idx="7"/>
              <a:endCxn id="2820" idx="3"/>
            </p:cNvCxnSpPr>
            <p:nvPr/>
          </p:nvCxnSpPr>
          <p:spPr>
            <a:xfrm>
              <a:off x="9385903" y="1706948"/>
              <a:ext cx="910500" cy="8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1" name="Google Shape;2821;p72"/>
            <p:cNvCxnSpPr>
              <a:stCxn id="2822" idx="0"/>
              <a:endCxn id="2788" idx="3"/>
            </p:cNvCxnSpPr>
            <p:nvPr/>
          </p:nvCxnSpPr>
          <p:spPr>
            <a:xfrm>
              <a:off x="2865686" y="1745404"/>
              <a:ext cx="476700" cy="103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3" name="Google Shape;2823;p72"/>
            <p:cNvCxnSpPr>
              <a:stCxn id="2793" idx="2"/>
              <a:endCxn id="2822" idx="6"/>
            </p:cNvCxnSpPr>
            <p:nvPr/>
          </p:nvCxnSpPr>
          <p:spPr>
            <a:xfrm flipH="1">
              <a:off x="2983828" y="1413389"/>
              <a:ext cx="796200" cy="21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4" name="Google Shape;2824;p72"/>
            <p:cNvCxnSpPr>
              <a:stCxn id="2804" idx="1"/>
              <a:endCxn id="2822" idx="5"/>
            </p:cNvCxnSpPr>
            <p:nvPr/>
          </p:nvCxnSpPr>
          <p:spPr>
            <a:xfrm flipH="1">
              <a:off x="2949041" y="759787"/>
              <a:ext cx="761400" cy="78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5" name="Google Shape;2825;p72"/>
            <p:cNvCxnSpPr>
              <a:stCxn id="2826" idx="7"/>
              <a:endCxn id="2822" idx="3"/>
            </p:cNvCxnSpPr>
            <p:nvPr/>
          </p:nvCxnSpPr>
          <p:spPr>
            <a:xfrm>
              <a:off x="2026272" y="811101"/>
              <a:ext cx="7560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7" name="Google Shape;2827;p72"/>
            <p:cNvCxnSpPr>
              <a:stCxn id="2787" idx="6"/>
              <a:endCxn id="2822" idx="2"/>
            </p:cNvCxnSpPr>
            <p:nvPr/>
          </p:nvCxnSpPr>
          <p:spPr>
            <a:xfrm flipH="1" rot="10800000">
              <a:off x="1617321" y="1627202"/>
              <a:ext cx="1130400" cy="198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8" name="Google Shape;2828;p72"/>
            <p:cNvCxnSpPr>
              <a:stCxn id="2829" idx="7"/>
              <a:endCxn id="2787" idx="3"/>
            </p:cNvCxnSpPr>
            <p:nvPr/>
          </p:nvCxnSpPr>
          <p:spPr>
            <a:xfrm>
              <a:off x="562731" y="991183"/>
              <a:ext cx="863400" cy="7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0" name="Google Shape;2830;p72"/>
            <p:cNvCxnSpPr>
              <a:stCxn id="2829" idx="6"/>
              <a:endCxn id="2826" idx="2"/>
            </p:cNvCxnSpPr>
            <p:nvPr/>
          </p:nvCxnSpPr>
          <p:spPr>
            <a:xfrm flipH="1" rot="10800000">
              <a:off x="584609" y="758365"/>
              <a:ext cx="1314000" cy="18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1" name="Google Shape;2831;p72"/>
            <p:cNvCxnSpPr>
              <a:stCxn id="2829" idx="5"/>
            </p:cNvCxnSpPr>
            <p:nvPr/>
          </p:nvCxnSpPr>
          <p:spPr>
            <a:xfrm flipH="1" rot="10800000">
              <a:off x="562731" y="7747"/>
              <a:ext cx="830400" cy="877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2" name="Google Shape;2832;p72"/>
            <p:cNvCxnSpPr>
              <a:stCxn id="2826" idx="4"/>
            </p:cNvCxnSpPr>
            <p:nvPr/>
          </p:nvCxnSpPr>
          <p:spPr>
            <a:xfrm rot="10800000">
              <a:off x="1913154" y="8887"/>
              <a:ext cx="60300" cy="67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3" name="Google Shape;2833;p72"/>
            <p:cNvCxnSpPr>
              <a:stCxn id="2826" idx="5"/>
            </p:cNvCxnSpPr>
            <p:nvPr/>
          </p:nvCxnSpPr>
          <p:spPr>
            <a:xfrm flipH="1" rot="10800000">
              <a:off x="2026272" y="21465"/>
              <a:ext cx="969600" cy="684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4" name="Google Shape;2834;p72"/>
            <p:cNvCxnSpPr>
              <a:stCxn id="2804" idx="5"/>
            </p:cNvCxnSpPr>
            <p:nvPr/>
          </p:nvCxnSpPr>
          <p:spPr>
            <a:xfrm flipH="1" rot="10800000">
              <a:off x="3868895" y="-11267"/>
              <a:ext cx="430500" cy="612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5" name="Google Shape;2835;p72"/>
            <p:cNvCxnSpPr>
              <a:stCxn id="2826" idx="6"/>
              <a:endCxn id="2804" idx="2"/>
            </p:cNvCxnSpPr>
            <p:nvPr/>
          </p:nvCxnSpPr>
          <p:spPr>
            <a:xfrm flipH="1" rot="10800000">
              <a:off x="2048150" y="680583"/>
              <a:ext cx="1629600" cy="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6" name="Google Shape;2836;p72"/>
            <p:cNvCxnSpPr>
              <a:stCxn id="2804" idx="6"/>
              <a:endCxn id="2792" idx="3"/>
            </p:cNvCxnSpPr>
            <p:nvPr/>
          </p:nvCxnSpPr>
          <p:spPr>
            <a:xfrm>
              <a:off x="3901712" y="680560"/>
              <a:ext cx="1170000" cy="23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7" name="Google Shape;2837;p72"/>
            <p:cNvCxnSpPr>
              <a:stCxn id="2809" idx="2"/>
              <a:endCxn id="2792" idx="6"/>
            </p:cNvCxnSpPr>
            <p:nvPr/>
          </p:nvCxnSpPr>
          <p:spPr>
            <a:xfrm rot="10800000">
              <a:off x="5273145" y="998890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8" name="Google Shape;2838;p72"/>
            <p:cNvCxnSpPr>
              <a:stCxn id="2839" idx="0"/>
              <a:endCxn id="2792" idx="5"/>
            </p:cNvCxnSpPr>
            <p:nvPr/>
          </p:nvCxnSpPr>
          <p:spPr>
            <a:xfrm flipH="1">
              <a:off x="5238531" y="-6144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0" name="Google Shape;2840;p72"/>
            <p:cNvCxnSpPr>
              <a:endCxn id="2792" idx="4"/>
            </p:cNvCxnSpPr>
            <p:nvPr/>
          </p:nvCxnSpPr>
          <p:spPr>
            <a:xfrm>
              <a:off x="4882961" y="-29682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1" name="Google Shape;2841;p72"/>
            <p:cNvCxnSpPr>
              <a:stCxn id="2839" idx="2"/>
              <a:endCxn id="2809" idx="4"/>
            </p:cNvCxnSpPr>
            <p:nvPr/>
          </p:nvCxnSpPr>
          <p:spPr>
            <a:xfrm flipH="1">
              <a:off x="6243075" y="-5451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2" name="Google Shape;2842;p72"/>
            <p:cNvCxnSpPr>
              <a:stCxn id="2811" idx="2"/>
              <a:endCxn id="2809" idx="6"/>
            </p:cNvCxnSpPr>
            <p:nvPr/>
          </p:nvCxnSpPr>
          <p:spPr>
            <a:xfrm flipH="1">
              <a:off x="6317717" y="517871"/>
              <a:ext cx="1357800" cy="698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3" name="Google Shape;2843;p72"/>
            <p:cNvCxnSpPr>
              <a:stCxn id="2811" idx="4"/>
            </p:cNvCxnSpPr>
            <p:nvPr/>
          </p:nvCxnSpPr>
          <p:spPr>
            <a:xfrm flipH="1" rot="10800000">
              <a:off x="7750213" y="54375"/>
              <a:ext cx="93600" cy="38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4" name="Google Shape;2844;p72"/>
            <p:cNvCxnSpPr>
              <a:stCxn id="2845" idx="3"/>
            </p:cNvCxnSpPr>
            <p:nvPr/>
          </p:nvCxnSpPr>
          <p:spPr>
            <a:xfrm rot="10800000">
              <a:off x="8652105" y="-11167"/>
              <a:ext cx="511500" cy="35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6" name="Google Shape;2846;p72"/>
            <p:cNvCxnSpPr>
              <a:stCxn id="2845" idx="2"/>
              <a:endCxn id="2811" idx="6"/>
            </p:cNvCxnSpPr>
            <p:nvPr/>
          </p:nvCxnSpPr>
          <p:spPr>
            <a:xfrm flipH="1">
              <a:off x="7824888" y="424760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7" name="Google Shape;2847;p72"/>
            <p:cNvCxnSpPr>
              <a:stCxn id="2818" idx="4"/>
              <a:endCxn id="2845" idx="0"/>
            </p:cNvCxnSpPr>
            <p:nvPr/>
          </p:nvCxnSpPr>
          <p:spPr>
            <a:xfrm rot="10800000">
              <a:off x="9242776" y="536777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8" name="Google Shape;2848;p72"/>
            <p:cNvCxnSpPr>
              <a:stCxn id="2849" idx="3"/>
              <a:endCxn id="2845" idx="7"/>
            </p:cNvCxnSpPr>
            <p:nvPr/>
          </p:nvCxnSpPr>
          <p:spPr>
            <a:xfrm rot="10800000">
              <a:off x="9322127" y="503860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0" name="Google Shape;2850;p72"/>
            <p:cNvCxnSpPr>
              <a:stCxn id="2849" idx="2"/>
              <a:endCxn id="2818" idx="6"/>
            </p:cNvCxnSpPr>
            <p:nvPr/>
          </p:nvCxnSpPr>
          <p:spPr>
            <a:xfrm flipH="1">
              <a:off x="9418838" y="1237715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1" name="Google Shape;2851;p72"/>
            <p:cNvCxnSpPr>
              <a:stCxn id="2849" idx="1"/>
              <a:endCxn id="2820" idx="4"/>
            </p:cNvCxnSpPr>
            <p:nvPr/>
          </p:nvCxnSpPr>
          <p:spPr>
            <a:xfrm flipH="1">
              <a:off x="10349161" y="1309164"/>
              <a:ext cx="576300" cy="122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2" name="Google Shape;2852;p72"/>
            <p:cNvCxnSpPr>
              <a:stCxn id="2853" idx="1"/>
              <a:endCxn id="2820" idx="5"/>
            </p:cNvCxnSpPr>
            <p:nvPr/>
          </p:nvCxnSpPr>
          <p:spPr>
            <a:xfrm flipH="1">
              <a:off x="10402021" y="1774673"/>
              <a:ext cx="1757100" cy="77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4" name="Google Shape;2854;p72"/>
            <p:cNvCxnSpPr>
              <a:stCxn id="2853" idx="0"/>
              <a:endCxn id="2855" idx="4"/>
            </p:cNvCxnSpPr>
            <p:nvPr/>
          </p:nvCxnSpPr>
          <p:spPr>
            <a:xfrm flipH="1">
              <a:off x="11893390" y="1806534"/>
              <a:ext cx="3132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6" name="Google Shape;2856;p72"/>
            <p:cNvCxnSpPr>
              <a:stCxn id="2857" idx="7"/>
              <a:endCxn id="2858" idx="1"/>
            </p:cNvCxnSpPr>
            <p:nvPr/>
          </p:nvCxnSpPr>
          <p:spPr>
            <a:xfrm rot="10800000">
              <a:off x="8117510" y="3321933"/>
              <a:ext cx="642600" cy="1106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9" name="Google Shape;2859;p72"/>
            <p:cNvCxnSpPr>
              <a:endCxn id="2860" idx="6"/>
            </p:cNvCxnSpPr>
            <p:nvPr/>
          </p:nvCxnSpPr>
          <p:spPr>
            <a:xfrm rot="10800000">
              <a:off x="11941804" y="350882"/>
              <a:ext cx="294300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1" name="Google Shape;2861;p72"/>
            <p:cNvCxnSpPr>
              <a:stCxn id="2857" idx="0"/>
              <a:endCxn id="2816" idx="3"/>
            </p:cNvCxnSpPr>
            <p:nvPr/>
          </p:nvCxnSpPr>
          <p:spPr>
            <a:xfrm flipH="1" rot="10800000">
              <a:off x="8839337" y="3056316"/>
              <a:ext cx="575400" cy="13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2" name="Google Shape;2862;p72"/>
            <p:cNvCxnSpPr>
              <a:stCxn id="2863" idx="0"/>
              <a:endCxn id="2864" idx="0"/>
            </p:cNvCxnSpPr>
            <p:nvPr/>
          </p:nvCxnSpPr>
          <p:spPr>
            <a:xfrm rot="10800000">
              <a:off x="10593971" y="3434199"/>
              <a:ext cx="970200" cy="111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5" name="Google Shape;2865;p72"/>
            <p:cNvCxnSpPr>
              <a:stCxn id="2863" idx="1"/>
              <a:endCxn id="2855" idx="0"/>
            </p:cNvCxnSpPr>
            <p:nvPr/>
          </p:nvCxnSpPr>
          <p:spPr>
            <a:xfrm flipH="1" rot="10800000">
              <a:off x="11616989" y="2982977"/>
              <a:ext cx="228600" cy="1589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6" name="Google Shape;2866;p72"/>
            <p:cNvCxnSpPr>
              <a:stCxn id="2855" idx="2"/>
              <a:endCxn id="2820" idx="6"/>
            </p:cNvCxnSpPr>
            <p:nvPr/>
          </p:nvCxnSpPr>
          <p:spPr>
            <a:xfrm rot="10800000">
              <a:off x="10423637" y="2605754"/>
              <a:ext cx="1336500" cy="2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7" name="Google Shape;2867;p72"/>
            <p:cNvCxnSpPr>
              <a:stCxn id="2853" idx="2"/>
              <a:endCxn id="2849" idx="6"/>
            </p:cNvCxnSpPr>
            <p:nvPr/>
          </p:nvCxnSpPr>
          <p:spPr>
            <a:xfrm rot="10800000">
              <a:off x="11098085" y="1194779"/>
              <a:ext cx="1050000" cy="52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8" name="Google Shape;2868;p72"/>
            <p:cNvCxnSpPr>
              <a:stCxn id="2860" idx="1"/>
              <a:endCxn id="2849" idx="5"/>
            </p:cNvCxnSpPr>
            <p:nvPr/>
          </p:nvCxnSpPr>
          <p:spPr>
            <a:xfrm flipH="1">
              <a:off x="11050633" y="430109"/>
              <a:ext cx="699900" cy="6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9" name="Google Shape;2869;p72"/>
            <p:cNvCxnSpPr>
              <a:stCxn id="2860" idx="3"/>
              <a:endCxn id="2870" idx="1"/>
            </p:cNvCxnSpPr>
            <p:nvPr/>
          </p:nvCxnSpPr>
          <p:spPr>
            <a:xfrm rot="10800000">
              <a:off x="10480633" y="1655"/>
              <a:ext cx="1269900" cy="27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1" name="Google Shape;2871;p72"/>
            <p:cNvCxnSpPr>
              <a:stCxn id="2849" idx="4"/>
              <a:endCxn id="2870" idx="2"/>
            </p:cNvCxnSpPr>
            <p:nvPr/>
          </p:nvCxnSpPr>
          <p:spPr>
            <a:xfrm rot="10800000">
              <a:off x="10368876" y="737"/>
              <a:ext cx="597600" cy="1105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2" name="Google Shape;2872;p72"/>
            <p:cNvCxnSpPr>
              <a:stCxn id="2845" idx="5"/>
              <a:endCxn id="2870" idx="0"/>
            </p:cNvCxnSpPr>
            <p:nvPr/>
          </p:nvCxnSpPr>
          <p:spPr>
            <a:xfrm flipH="1" rot="10800000">
              <a:off x="9322059" y="-367"/>
              <a:ext cx="935100" cy="34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3" name="Google Shape;2873;p72"/>
            <p:cNvCxnSpPr>
              <a:stCxn id="2860" idx="7"/>
              <a:endCxn id="2853" idx="3"/>
            </p:cNvCxnSpPr>
            <p:nvPr/>
          </p:nvCxnSpPr>
          <p:spPr>
            <a:xfrm>
              <a:off x="11908987" y="430109"/>
              <a:ext cx="270900" cy="1241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4" name="Google Shape;2874;p72"/>
            <p:cNvCxnSpPr>
              <a:stCxn id="2811" idx="7"/>
              <a:endCxn id="2818" idx="3"/>
            </p:cNvCxnSpPr>
            <p:nvPr/>
          </p:nvCxnSpPr>
          <p:spPr>
            <a:xfrm>
              <a:off x="7803031" y="570689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5" name="Google Shape;2875;p72"/>
            <p:cNvCxnSpPr>
              <a:endCxn id="2860" idx="4"/>
            </p:cNvCxnSpPr>
            <p:nvPr/>
          </p:nvCxnSpPr>
          <p:spPr>
            <a:xfrm flipH="1">
              <a:off x="11829760" y="9038"/>
              <a:ext cx="14400" cy="22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88" name="Google Shape;2788;p72"/>
            <p:cNvSpPr/>
            <p:nvPr/>
          </p:nvSpPr>
          <p:spPr>
            <a:xfrm flipH="1" rot="-9763470">
              <a:off x="3282465" y="277068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72"/>
            <p:cNvSpPr/>
            <p:nvPr/>
          </p:nvSpPr>
          <p:spPr>
            <a:xfrm flipH="1" rot="10800000">
              <a:off x="2747608" y="150924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72"/>
            <p:cNvSpPr/>
            <p:nvPr/>
          </p:nvSpPr>
          <p:spPr>
            <a:xfrm flipH="1" rot="10800000">
              <a:off x="1393233" y="171375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72"/>
            <p:cNvSpPr/>
            <p:nvPr/>
          </p:nvSpPr>
          <p:spPr>
            <a:xfrm flipH="1" rot="10800000">
              <a:off x="1898758" y="683587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72"/>
            <p:cNvSpPr/>
            <p:nvPr/>
          </p:nvSpPr>
          <p:spPr>
            <a:xfrm flipH="1" rot="10800000">
              <a:off x="3677624" y="5685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72"/>
            <p:cNvSpPr/>
            <p:nvPr/>
          </p:nvSpPr>
          <p:spPr>
            <a:xfrm flipH="1" rot="10800000">
              <a:off x="5036983" y="880818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72"/>
            <p:cNvSpPr/>
            <p:nvPr/>
          </p:nvSpPr>
          <p:spPr>
            <a:xfrm flipH="1" rot="10800000">
              <a:off x="6168345" y="114169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72"/>
            <p:cNvSpPr/>
            <p:nvPr/>
          </p:nvSpPr>
          <p:spPr>
            <a:xfrm flipH="1" rot="10800000">
              <a:off x="6173566" y="2159704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72"/>
            <p:cNvSpPr/>
            <p:nvPr/>
          </p:nvSpPr>
          <p:spPr>
            <a:xfrm flipH="1" rot="10800000">
              <a:off x="7625759" y="16101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72"/>
            <p:cNvSpPr/>
            <p:nvPr/>
          </p:nvSpPr>
          <p:spPr>
            <a:xfrm flipH="1" rot="10800000">
              <a:off x="7675517" y="44317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72"/>
            <p:cNvSpPr/>
            <p:nvPr/>
          </p:nvSpPr>
          <p:spPr>
            <a:xfrm flipH="1" rot="10800000">
              <a:off x="9130788" y="3127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72"/>
            <p:cNvSpPr/>
            <p:nvPr/>
          </p:nvSpPr>
          <p:spPr>
            <a:xfrm flipH="1" rot="10800000">
              <a:off x="11717716" y="23883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72"/>
            <p:cNvSpPr/>
            <p:nvPr/>
          </p:nvSpPr>
          <p:spPr>
            <a:xfrm flipH="1" rot="-10117832">
              <a:off x="12146619" y="165860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72"/>
            <p:cNvSpPr/>
            <p:nvPr/>
          </p:nvSpPr>
          <p:spPr>
            <a:xfrm flipH="1" rot="-10061494">
              <a:off x="11757562" y="276149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72"/>
            <p:cNvSpPr/>
            <p:nvPr/>
          </p:nvSpPr>
          <p:spPr>
            <a:xfrm flipH="1" rot="10135587">
              <a:off x="10875952" y="1104151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72"/>
            <p:cNvSpPr/>
            <p:nvPr/>
          </p:nvSpPr>
          <p:spPr>
            <a:xfrm flipH="1" rot="10800000">
              <a:off x="9194632" y="151567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72"/>
            <p:cNvSpPr/>
            <p:nvPr/>
          </p:nvSpPr>
          <p:spPr>
            <a:xfrm flipH="1" rot="10800000">
              <a:off x="10274387" y="2531131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72"/>
            <p:cNvSpPr/>
            <p:nvPr/>
          </p:nvSpPr>
          <p:spPr>
            <a:xfrm flipH="1" rot="10800000">
              <a:off x="3780028" y="130134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72"/>
            <p:cNvSpPr/>
            <p:nvPr/>
          </p:nvSpPr>
          <p:spPr>
            <a:xfrm flipH="1" rot="10800000">
              <a:off x="4938273" y="211980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72"/>
            <p:cNvSpPr/>
            <p:nvPr/>
          </p:nvSpPr>
          <p:spPr>
            <a:xfrm flipH="1" rot="10800000">
              <a:off x="3888828" y="2078148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6" name="Google Shape;2876;p72"/>
            <p:cNvCxnSpPr>
              <a:stCxn id="2790" idx="2"/>
              <a:endCxn id="2822" idx="7"/>
            </p:cNvCxnSpPr>
            <p:nvPr/>
          </p:nvCxnSpPr>
          <p:spPr>
            <a:xfrm rot="10800000">
              <a:off x="2949228" y="1710944"/>
              <a:ext cx="939600" cy="44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7" name="Google Shape;2877;p72"/>
            <p:cNvCxnSpPr>
              <a:stCxn id="2787" idx="4"/>
              <a:endCxn id="2826" idx="1"/>
            </p:cNvCxnSpPr>
            <p:nvPr/>
          </p:nvCxnSpPr>
          <p:spPr>
            <a:xfrm flipH="1" rot="10800000">
              <a:off x="1505277" y="811058"/>
              <a:ext cx="415500" cy="90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29" name="Google Shape;2829;p72"/>
            <p:cNvSpPr/>
            <p:nvPr/>
          </p:nvSpPr>
          <p:spPr>
            <a:xfrm flipH="1" rot="10800000">
              <a:off x="435217" y="86366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8" name="Google Shape;2878;p72"/>
            <p:cNvCxnSpPr>
              <a:stCxn id="2829" idx="3"/>
            </p:cNvCxnSpPr>
            <p:nvPr/>
          </p:nvCxnSpPr>
          <p:spPr>
            <a:xfrm rot="10800000">
              <a:off x="14295" y="20947"/>
              <a:ext cx="442800" cy="864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9" name="Google Shape;2879;p72"/>
            <p:cNvCxnSpPr>
              <a:stCxn id="2829" idx="2"/>
            </p:cNvCxnSpPr>
            <p:nvPr/>
          </p:nvCxnSpPr>
          <p:spPr>
            <a:xfrm rot="10800000">
              <a:off x="-27383" y="832165"/>
              <a:ext cx="462600" cy="10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0" name="Google Shape;2880;p72"/>
            <p:cNvCxnSpPr>
              <a:stCxn id="2829" idx="1"/>
            </p:cNvCxnSpPr>
            <p:nvPr/>
          </p:nvCxnSpPr>
          <p:spPr>
            <a:xfrm flipH="1">
              <a:off x="-27405" y="991183"/>
              <a:ext cx="484500" cy="496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1" name="Google Shape;2881;p72"/>
            <p:cNvCxnSpPr>
              <a:endCxn id="2787" idx="2"/>
            </p:cNvCxnSpPr>
            <p:nvPr/>
          </p:nvCxnSpPr>
          <p:spPr>
            <a:xfrm flipH="1" rot="10800000">
              <a:off x="42633" y="1825802"/>
              <a:ext cx="1350600" cy="1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39" name="Google Shape;2839;p72"/>
            <p:cNvSpPr/>
            <p:nvPr/>
          </p:nvSpPr>
          <p:spPr>
            <a:xfrm flipH="1" rot="10800000">
              <a:off x="6507935" y="-75430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72"/>
            <p:cNvSpPr/>
            <p:nvPr/>
          </p:nvSpPr>
          <p:spPr>
            <a:xfrm flipH="1" rot="10800000">
              <a:off x="10256792" y="-104349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82" name="Google Shape;2882;p72"/>
            <p:cNvCxnSpPr>
              <a:stCxn id="2839" idx="1"/>
              <a:endCxn id="2811" idx="3"/>
            </p:cNvCxnSpPr>
            <p:nvPr/>
          </p:nvCxnSpPr>
          <p:spPr>
            <a:xfrm>
              <a:off x="6657218" y="-4759"/>
              <a:ext cx="1040100" cy="46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3" name="Google Shape;2883;p72"/>
            <p:cNvCxnSpPr>
              <a:endCxn id="2884" idx="1"/>
            </p:cNvCxnSpPr>
            <p:nvPr/>
          </p:nvCxnSpPr>
          <p:spPr>
            <a:xfrm flipH="1">
              <a:off x="11505573" y="5341001"/>
              <a:ext cx="674400" cy="396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5" name="Google Shape;2885;p72"/>
            <p:cNvCxnSpPr>
              <a:endCxn id="2863" idx="2"/>
            </p:cNvCxnSpPr>
            <p:nvPr/>
          </p:nvCxnSpPr>
          <p:spPr>
            <a:xfrm flipH="1">
              <a:off x="11638867" y="4354895"/>
              <a:ext cx="670200" cy="27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6" name="Google Shape;2886;p72"/>
            <p:cNvCxnSpPr>
              <a:stCxn id="2884" idx="0"/>
              <a:endCxn id="2863" idx="4"/>
            </p:cNvCxnSpPr>
            <p:nvPr/>
          </p:nvCxnSpPr>
          <p:spPr>
            <a:xfrm flipH="1" rot="10800000">
              <a:off x="11422079" y="4700117"/>
              <a:ext cx="142200" cy="100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7" name="Google Shape;2887;p72"/>
            <p:cNvCxnSpPr>
              <a:stCxn id="2864" idx="2"/>
              <a:endCxn id="2888" idx="1"/>
            </p:cNvCxnSpPr>
            <p:nvPr/>
          </p:nvCxnSpPr>
          <p:spPr>
            <a:xfrm>
              <a:off x="10451194" y="3503136"/>
              <a:ext cx="31500" cy="69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9" name="Google Shape;2889;p72"/>
            <p:cNvCxnSpPr>
              <a:stCxn id="2884" idx="7"/>
              <a:endCxn id="2888" idx="3"/>
            </p:cNvCxnSpPr>
            <p:nvPr/>
          </p:nvCxnSpPr>
          <p:spPr>
            <a:xfrm rot="10800000">
              <a:off x="10482685" y="4354901"/>
              <a:ext cx="855900" cy="138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0" name="Google Shape;2890;p72"/>
            <p:cNvCxnSpPr>
              <a:endCxn id="2863" idx="3"/>
            </p:cNvCxnSpPr>
            <p:nvPr/>
          </p:nvCxnSpPr>
          <p:spPr>
            <a:xfrm rot="10800000">
              <a:off x="11616989" y="4678313"/>
              <a:ext cx="692400" cy="40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1" name="Google Shape;2891;p72"/>
            <p:cNvCxnSpPr>
              <a:stCxn id="2863" idx="6"/>
              <a:endCxn id="2888" idx="2"/>
            </p:cNvCxnSpPr>
            <p:nvPr/>
          </p:nvCxnSpPr>
          <p:spPr>
            <a:xfrm rot="10800000">
              <a:off x="10515675" y="4275695"/>
              <a:ext cx="973800" cy="3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2" name="Google Shape;2892;p72"/>
            <p:cNvCxnSpPr>
              <a:stCxn id="2893" idx="0"/>
              <a:endCxn id="2888" idx="4"/>
            </p:cNvCxnSpPr>
            <p:nvPr/>
          </p:nvCxnSpPr>
          <p:spPr>
            <a:xfrm flipH="1" rot="10800000">
              <a:off x="10334099" y="4387705"/>
              <a:ext cx="69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4" name="Google Shape;2894;p72"/>
            <p:cNvCxnSpPr>
              <a:stCxn id="2895" idx="1"/>
              <a:endCxn id="2888" idx="5"/>
            </p:cNvCxnSpPr>
            <p:nvPr/>
          </p:nvCxnSpPr>
          <p:spPr>
            <a:xfrm flipH="1" rot="10800000">
              <a:off x="8879745" y="4354952"/>
              <a:ext cx="1444500" cy="1303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6" name="Google Shape;2896;p72"/>
            <p:cNvCxnSpPr>
              <a:stCxn id="2895" idx="0"/>
              <a:endCxn id="2857" idx="4"/>
            </p:cNvCxnSpPr>
            <p:nvPr/>
          </p:nvCxnSpPr>
          <p:spPr>
            <a:xfrm flipH="1" rot="10800000">
              <a:off x="8826927" y="4619274"/>
              <a:ext cx="12300" cy="101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7" name="Google Shape;2897;p72"/>
            <p:cNvCxnSpPr>
              <a:stCxn id="2857" idx="2"/>
              <a:endCxn id="2888" idx="6"/>
            </p:cNvCxnSpPr>
            <p:nvPr/>
          </p:nvCxnSpPr>
          <p:spPr>
            <a:xfrm flipH="1" rot="10800000">
              <a:off x="8951381" y="4275660"/>
              <a:ext cx="1340100" cy="23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98" name="Google Shape;2898;p72"/>
            <p:cNvCxnSpPr>
              <a:stCxn id="2857" idx="7"/>
              <a:endCxn id="2899" idx="2"/>
            </p:cNvCxnSpPr>
            <p:nvPr/>
          </p:nvCxnSpPr>
          <p:spPr>
            <a:xfrm rot="10800000">
              <a:off x="6683210" y="3221133"/>
              <a:ext cx="2076900" cy="1206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0" name="Google Shape;2900;p72"/>
            <p:cNvCxnSpPr>
              <a:stCxn id="2857" idx="6"/>
              <a:endCxn id="2901" idx="2"/>
            </p:cNvCxnSpPr>
            <p:nvPr/>
          </p:nvCxnSpPr>
          <p:spPr>
            <a:xfrm flipH="1">
              <a:off x="7382393" y="4507260"/>
              <a:ext cx="1344900" cy="9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2" name="Google Shape;2902;p72"/>
            <p:cNvCxnSpPr>
              <a:stCxn id="2901" idx="7"/>
              <a:endCxn id="2899" idx="3"/>
            </p:cNvCxnSpPr>
            <p:nvPr/>
          </p:nvCxnSpPr>
          <p:spPr>
            <a:xfrm rot="10800000">
              <a:off x="6661437" y="3274193"/>
              <a:ext cx="529800" cy="1248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3" name="Google Shape;2903;p72"/>
            <p:cNvCxnSpPr>
              <a:stCxn id="2816" idx="1"/>
              <a:endCxn id="2888" idx="0"/>
            </p:cNvCxnSpPr>
            <p:nvPr/>
          </p:nvCxnSpPr>
          <p:spPr>
            <a:xfrm>
              <a:off x="9564537" y="3108409"/>
              <a:ext cx="839100" cy="105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4" name="Google Shape;2904;p72"/>
            <p:cNvCxnSpPr>
              <a:endCxn id="2884" idx="3"/>
            </p:cNvCxnSpPr>
            <p:nvPr/>
          </p:nvCxnSpPr>
          <p:spPr>
            <a:xfrm rot="10800000">
              <a:off x="11505573" y="5904589"/>
              <a:ext cx="674400" cy="327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5" name="Google Shape;2905;p72"/>
            <p:cNvCxnSpPr>
              <a:stCxn id="2893" idx="2"/>
              <a:endCxn id="2884" idx="6"/>
            </p:cNvCxnSpPr>
            <p:nvPr/>
          </p:nvCxnSpPr>
          <p:spPr>
            <a:xfrm>
              <a:off x="10408795" y="5603601"/>
              <a:ext cx="895200" cy="217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6" name="Google Shape;2906;p72"/>
            <p:cNvCxnSpPr>
              <a:stCxn id="2907" idx="0"/>
              <a:endCxn id="2884" idx="5"/>
            </p:cNvCxnSpPr>
            <p:nvPr/>
          </p:nvCxnSpPr>
          <p:spPr>
            <a:xfrm flipH="1" rot="10800000">
              <a:off x="10069009" y="5904535"/>
              <a:ext cx="1269600" cy="921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8" name="Google Shape;2908;p72"/>
            <p:cNvCxnSpPr>
              <a:endCxn id="2884" idx="4"/>
            </p:cNvCxnSpPr>
            <p:nvPr/>
          </p:nvCxnSpPr>
          <p:spPr>
            <a:xfrm rot="10800000">
              <a:off x="11422079" y="5939173"/>
              <a:ext cx="272100" cy="91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9" name="Google Shape;2909;p72"/>
            <p:cNvCxnSpPr>
              <a:stCxn id="2907" idx="2"/>
              <a:endCxn id="2893" idx="4"/>
            </p:cNvCxnSpPr>
            <p:nvPr/>
          </p:nvCxnSpPr>
          <p:spPr>
            <a:xfrm flipH="1" rot="10800000">
              <a:off x="9994465" y="5678242"/>
              <a:ext cx="339600" cy="114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0" name="Google Shape;2910;p72"/>
            <p:cNvCxnSpPr>
              <a:stCxn id="2895" idx="2"/>
              <a:endCxn id="2893" idx="6"/>
            </p:cNvCxnSpPr>
            <p:nvPr/>
          </p:nvCxnSpPr>
          <p:spPr>
            <a:xfrm flipH="1" rot="10800000">
              <a:off x="8901623" y="5603570"/>
              <a:ext cx="1357800" cy="108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1" name="Google Shape;2911;p72"/>
            <p:cNvCxnSpPr>
              <a:stCxn id="2895" idx="4"/>
            </p:cNvCxnSpPr>
            <p:nvPr/>
          </p:nvCxnSpPr>
          <p:spPr>
            <a:xfrm flipH="1">
              <a:off x="8785527" y="5786266"/>
              <a:ext cx="41400" cy="104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2" name="Google Shape;2912;p72"/>
            <p:cNvCxnSpPr>
              <a:stCxn id="2913" idx="3"/>
            </p:cNvCxnSpPr>
            <p:nvPr/>
          </p:nvCxnSpPr>
          <p:spPr>
            <a:xfrm>
              <a:off x="7413535" y="5883908"/>
              <a:ext cx="565500" cy="95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4" name="Google Shape;2914;p72"/>
            <p:cNvCxnSpPr>
              <a:stCxn id="2913" idx="2"/>
              <a:endCxn id="2895" idx="6"/>
            </p:cNvCxnSpPr>
            <p:nvPr/>
          </p:nvCxnSpPr>
          <p:spPr>
            <a:xfrm flipH="1" rot="10800000">
              <a:off x="7446352" y="5711681"/>
              <a:ext cx="1305900" cy="9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5" name="Google Shape;2915;p72"/>
            <p:cNvCxnSpPr>
              <a:stCxn id="2901" idx="4"/>
              <a:endCxn id="2913" idx="0"/>
            </p:cNvCxnSpPr>
            <p:nvPr/>
          </p:nvCxnSpPr>
          <p:spPr>
            <a:xfrm>
              <a:off x="7270464" y="4713764"/>
              <a:ext cx="63900" cy="97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6" name="Google Shape;2916;p72"/>
            <p:cNvCxnSpPr>
              <a:stCxn id="2917" idx="3"/>
              <a:endCxn id="2913" idx="7"/>
            </p:cNvCxnSpPr>
            <p:nvPr/>
          </p:nvCxnSpPr>
          <p:spPr>
            <a:xfrm>
              <a:off x="5682113" y="5075781"/>
              <a:ext cx="1572900" cy="649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8" name="Google Shape;2918;p72"/>
            <p:cNvCxnSpPr>
              <a:stCxn id="2917" idx="2"/>
              <a:endCxn id="2901" idx="6"/>
            </p:cNvCxnSpPr>
            <p:nvPr/>
          </p:nvCxnSpPr>
          <p:spPr>
            <a:xfrm flipH="1" rot="10800000">
              <a:off x="5699102" y="4601726"/>
              <a:ext cx="1459200" cy="390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9" name="Google Shape;2919;p72"/>
            <p:cNvCxnSpPr>
              <a:stCxn id="2917" idx="1"/>
              <a:endCxn id="2899" idx="4"/>
            </p:cNvCxnSpPr>
            <p:nvPr/>
          </p:nvCxnSpPr>
          <p:spPr>
            <a:xfrm flipH="1" rot="10800000">
              <a:off x="5651679" y="3295777"/>
              <a:ext cx="957000" cy="162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20" name="Google Shape;2920;p72"/>
            <p:cNvCxnSpPr>
              <a:stCxn id="2921" idx="1"/>
              <a:endCxn id="2899" idx="5"/>
            </p:cNvCxnSpPr>
            <p:nvPr/>
          </p:nvCxnSpPr>
          <p:spPr>
            <a:xfrm flipH="1" rot="10800000">
              <a:off x="4477836" y="3274186"/>
              <a:ext cx="2077800" cy="1772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22" name="Google Shape;2922;p72"/>
            <p:cNvCxnSpPr>
              <a:stCxn id="2921" idx="0"/>
              <a:endCxn id="2923" idx="4"/>
            </p:cNvCxnSpPr>
            <p:nvPr/>
          </p:nvCxnSpPr>
          <p:spPr>
            <a:xfrm flipH="1" rot="10800000">
              <a:off x="4430367" y="4043325"/>
              <a:ext cx="58500" cy="971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24" name="Google Shape;2924;p72"/>
            <p:cNvCxnSpPr>
              <a:stCxn id="2925" idx="0"/>
              <a:endCxn id="2926" idx="4"/>
            </p:cNvCxnSpPr>
            <p:nvPr/>
          </p:nvCxnSpPr>
          <p:spPr>
            <a:xfrm flipH="1" rot="10800000">
              <a:off x="2274960" y="3873332"/>
              <a:ext cx="236100" cy="115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27" name="Google Shape;2927;p72"/>
            <p:cNvCxnSpPr>
              <a:stCxn id="2928" idx="7"/>
              <a:endCxn id="2926" idx="5"/>
            </p:cNvCxnSpPr>
            <p:nvPr/>
          </p:nvCxnSpPr>
          <p:spPr>
            <a:xfrm flipH="1" rot="10800000">
              <a:off x="1153506" y="3840628"/>
              <a:ext cx="1278300" cy="716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29" name="Google Shape;2929;p72"/>
            <p:cNvCxnSpPr>
              <a:endCxn id="2925" idx="6"/>
            </p:cNvCxnSpPr>
            <p:nvPr/>
          </p:nvCxnSpPr>
          <p:spPr>
            <a:xfrm flipH="1" rot="10800000">
              <a:off x="1109316" y="5139476"/>
              <a:ext cx="1053600" cy="42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0" name="Google Shape;2930;p72"/>
            <p:cNvCxnSpPr>
              <a:stCxn id="2931" idx="5"/>
              <a:endCxn id="2932" idx="6"/>
            </p:cNvCxnSpPr>
            <p:nvPr/>
          </p:nvCxnSpPr>
          <p:spPr>
            <a:xfrm>
              <a:off x="1094332" y="5702233"/>
              <a:ext cx="1771500" cy="47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3" name="Google Shape;2933;p72"/>
            <p:cNvCxnSpPr>
              <a:endCxn id="2932" idx="4"/>
            </p:cNvCxnSpPr>
            <p:nvPr/>
          </p:nvCxnSpPr>
          <p:spPr>
            <a:xfrm flipH="1" rot="10800000">
              <a:off x="2739152" y="6254482"/>
              <a:ext cx="201300" cy="543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4" name="Google Shape;2934;p72"/>
            <p:cNvCxnSpPr>
              <a:stCxn id="2932" idx="3"/>
            </p:cNvCxnSpPr>
            <p:nvPr/>
          </p:nvCxnSpPr>
          <p:spPr>
            <a:xfrm>
              <a:off x="2993270" y="6232604"/>
              <a:ext cx="836400" cy="565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5" name="Google Shape;2935;p72"/>
            <p:cNvCxnSpPr>
              <a:stCxn id="2932" idx="3"/>
              <a:endCxn id="2936" idx="6"/>
            </p:cNvCxnSpPr>
            <p:nvPr/>
          </p:nvCxnSpPr>
          <p:spPr>
            <a:xfrm flipH="1" rot="10800000">
              <a:off x="2993270" y="6187904"/>
              <a:ext cx="1497000" cy="44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7" name="Google Shape;2937;p72"/>
            <p:cNvCxnSpPr>
              <a:stCxn id="2932" idx="1"/>
              <a:endCxn id="2921" idx="5"/>
            </p:cNvCxnSpPr>
            <p:nvPr/>
          </p:nvCxnSpPr>
          <p:spPr>
            <a:xfrm flipH="1" rot="10800000">
              <a:off x="2993270" y="5129768"/>
              <a:ext cx="1360200" cy="997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8" name="Google Shape;2938;p72"/>
            <p:cNvCxnSpPr>
              <a:stCxn id="2925" idx="2"/>
              <a:endCxn id="2921" idx="6"/>
            </p:cNvCxnSpPr>
            <p:nvPr/>
          </p:nvCxnSpPr>
          <p:spPr>
            <a:xfrm flipH="1" rot="10800000">
              <a:off x="2387004" y="5073476"/>
              <a:ext cx="1955400" cy="6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9" name="Google Shape;2939;p72"/>
            <p:cNvCxnSpPr>
              <a:stCxn id="2926" idx="3"/>
              <a:endCxn id="2921" idx="7"/>
            </p:cNvCxnSpPr>
            <p:nvPr/>
          </p:nvCxnSpPr>
          <p:spPr>
            <a:xfrm>
              <a:off x="2590343" y="3840664"/>
              <a:ext cx="1783800" cy="118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0" name="Google Shape;2940;p72"/>
            <p:cNvCxnSpPr>
              <a:stCxn id="2926" idx="2"/>
              <a:endCxn id="2923" idx="6"/>
            </p:cNvCxnSpPr>
            <p:nvPr/>
          </p:nvCxnSpPr>
          <p:spPr>
            <a:xfrm>
              <a:off x="2623160" y="3761437"/>
              <a:ext cx="1780200" cy="148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1" name="Google Shape;2941;p72"/>
            <p:cNvCxnSpPr>
              <a:stCxn id="2923" idx="1"/>
              <a:endCxn id="2899" idx="6"/>
            </p:cNvCxnSpPr>
            <p:nvPr/>
          </p:nvCxnSpPr>
          <p:spPr>
            <a:xfrm flipH="1" rot="10800000">
              <a:off x="4607055" y="3221245"/>
              <a:ext cx="1926900" cy="65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2" name="Google Shape;2942;p72"/>
            <p:cNvCxnSpPr>
              <a:stCxn id="2921" idx="2"/>
              <a:endCxn id="2917" idx="6"/>
            </p:cNvCxnSpPr>
            <p:nvPr/>
          </p:nvCxnSpPr>
          <p:spPr>
            <a:xfrm flipH="1" rot="10800000">
              <a:off x="4488872" y="5034880"/>
              <a:ext cx="990300" cy="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3" name="Google Shape;2943;p72"/>
            <p:cNvCxnSpPr>
              <a:stCxn id="2936" idx="1"/>
              <a:endCxn id="2917" idx="5"/>
            </p:cNvCxnSpPr>
            <p:nvPr/>
          </p:nvCxnSpPr>
          <p:spPr>
            <a:xfrm flipH="1" rot="10800000">
              <a:off x="4681461" y="5106273"/>
              <a:ext cx="845100" cy="1002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4" name="Google Shape;2944;p72"/>
            <p:cNvCxnSpPr>
              <a:stCxn id="2936" idx="3"/>
              <a:endCxn id="2945" idx="1"/>
            </p:cNvCxnSpPr>
            <p:nvPr/>
          </p:nvCxnSpPr>
          <p:spPr>
            <a:xfrm>
              <a:off x="4681461" y="6267027"/>
              <a:ext cx="1470300" cy="56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6" name="Google Shape;2946;p72"/>
            <p:cNvCxnSpPr>
              <a:stCxn id="2917" idx="4"/>
              <a:endCxn id="2945" idx="2"/>
            </p:cNvCxnSpPr>
            <p:nvPr/>
          </p:nvCxnSpPr>
          <p:spPr>
            <a:xfrm>
              <a:off x="5610664" y="5123204"/>
              <a:ext cx="652800" cy="1713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7" name="Google Shape;2947;p72"/>
            <p:cNvCxnSpPr>
              <a:stCxn id="2913" idx="5"/>
              <a:endCxn id="2945" idx="0"/>
            </p:cNvCxnSpPr>
            <p:nvPr/>
          </p:nvCxnSpPr>
          <p:spPr>
            <a:xfrm flipH="1">
              <a:off x="6375481" y="5883908"/>
              <a:ext cx="879600" cy="953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8" name="Google Shape;2948;p72"/>
            <p:cNvCxnSpPr>
              <a:stCxn id="2936" idx="7"/>
              <a:endCxn id="2921" idx="3"/>
            </p:cNvCxnSpPr>
            <p:nvPr/>
          </p:nvCxnSpPr>
          <p:spPr>
            <a:xfrm rot="10800000">
              <a:off x="4457007" y="5150373"/>
              <a:ext cx="66000" cy="958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9" name="Google Shape;2949;p72"/>
            <p:cNvCxnSpPr>
              <a:stCxn id="2895" idx="7"/>
              <a:endCxn id="2901" idx="3"/>
            </p:cNvCxnSpPr>
            <p:nvPr/>
          </p:nvCxnSpPr>
          <p:spPr>
            <a:xfrm rot="10800000">
              <a:off x="7349709" y="4681052"/>
              <a:ext cx="1424400" cy="97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50" name="Google Shape;2950;p72"/>
            <p:cNvCxnSpPr>
              <a:endCxn id="2936" idx="4"/>
            </p:cNvCxnSpPr>
            <p:nvPr/>
          </p:nvCxnSpPr>
          <p:spPr>
            <a:xfrm flipH="1" rot="10800000">
              <a:off x="4489134" y="6299844"/>
              <a:ext cx="113100" cy="54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51" name="Google Shape;2951;p72"/>
            <p:cNvCxnSpPr>
              <a:stCxn id="2932" idx="7"/>
              <a:endCxn id="2925" idx="4"/>
            </p:cNvCxnSpPr>
            <p:nvPr/>
          </p:nvCxnSpPr>
          <p:spPr>
            <a:xfrm rot="10800000">
              <a:off x="2275034" y="5251568"/>
              <a:ext cx="612600" cy="87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84" name="Google Shape;2884;p72"/>
            <p:cNvSpPr/>
            <p:nvPr/>
          </p:nvSpPr>
          <p:spPr>
            <a:xfrm flipH="1">
              <a:off x="11304001" y="5703017"/>
              <a:ext cx="236156" cy="236156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72"/>
            <p:cNvSpPr/>
            <p:nvPr/>
          </p:nvSpPr>
          <p:spPr>
            <a:xfrm flipH="1">
              <a:off x="10259403" y="5528905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72"/>
            <p:cNvSpPr/>
            <p:nvPr/>
          </p:nvSpPr>
          <p:spPr>
            <a:xfrm flipH="1">
              <a:off x="10291530" y="416373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72"/>
            <p:cNvSpPr/>
            <p:nvPr/>
          </p:nvSpPr>
          <p:spPr>
            <a:xfrm flipH="1">
              <a:off x="8727293" y="439521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72"/>
            <p:cNvSpPr/>
            <p:nvPr/>
          </p:nvSpPr>
          <p:spPr>
            <a:xfrm flipH="1">
              <a:off x="8752231" y="5636874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72"/>
            <p:cNvSpPr/>
            <p:nvPr/>
          </p:nvSpPr>
          <p:spPr>
            <a:xfrm flipH="1">
              <a:off x="7222264" y="5692637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72"/>
            <p:cNvSpPr/>
            <p:nvPr/>
          </p:nvSpPr>
          <p:spPr>
            <a:xfrm flipH="1">
              <a:off x="4490190" y="607575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72"/>
            <p:cNvSpPr/>
            <p:nvPr/>
          </p:nvSpPr>
          <p:spPr>
            <a:xfrm flipH="1" rot="682168">
              <a:off x="4340946" y="501355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72"/>
            <p:cNvSpPr/>
            <p:nvPr/>
          </p:nvSpPr>
          <p:spPr>
            <a:xfrm flipH="1" rot="738506">
              <a:off x="4400716" y="3821918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72"/>
            <p:cNvSpPr/>
            <p:nvPr/>
          </p:nvSpPr>
          <p:spPr>
            <a:xfrm flipH="1" rot="-664413">
              <a:off x="5477100" y="490120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72"/>
            <p:cNvSpPr/>
            <p:nvPr/>
          </p:nvSpPr>
          <p:spPr>
            <a:xfrm flipH="1">
              <a:off x="7158420" y="4489676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72"/>
            <p:cNvSpPr/>
            <p:nvPr/>
          </p:nvSpPr>
          <p:spPr>
            <a:xfrm flipH="1">
              <a:off x="6533834" y="314653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72"/>
            <p:cNvSpPr/>
            <p:nvPr/>
          </p:nvSpPr>
          <p:spPr>
            <a:xfrm flipH="1">
              <a:off x="2399072" y="3649393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72"/>
            <p:cNvSpPr/>
            <p:nvPr/>
          </p:nvSpPr>
          <p:spPr>
            <a:xfrm flipH="1">
              <a:off x="2162916" y="5027432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72"/>
            <p:cNvSpPr/>
            <p:nvPr/>
          </p:nvSpPr>
          <p:spPr>
            <a:xfrm flipH="1">
              <a:off x="2865756" y="610509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72"/>
            <p:cNvSpPr/>
            <p:nvPr/>
          </p:nvSpPr>
          <p:spPr>
            <a:xfrm flipH="1">
              <a:off x="11489475" y="4550799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72"/>
            <p:cNvSpPr/>
            <p:nvPr/>
          </p:nvSpPr>
          <p:spPr>
            <a:xfrm flipH="1">
              <a:off x="9919813" y="6746029"/>
              <a:ext cx="149392" cy="149392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72"/>
            <p:cNvSpPr/>
            <p:nvPr/>
          </p:nvSpPr>
          <p:spPr>
            <a:xfrm flipH="1">
              <a:off x="6151551" y="6717004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52" name="Google Shape;2952;p72"/>
            <p:cNvCxnSpPr>
              <a:stCxn id="2907" idx="1"/>
              <a:endCxn id="2895" idx="3"/>
            </p:cNvCxnSpPr>
            <p:nvPr/>
          </p:nvCxnSpPr>
          <p:spPr>
            <a:xfrm rot="10800000">
              <a:off x="8879822" y="5764250"/>
              <a:ext cx="1040100" cy="106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53" name="Google Shape;2953;p72"/>
            <p:cNvCxnSpPr>
              <a:stCxn id="2954" idx="6"/>
              <a:endCxn id="2926" idx="6"/>
            </p:cNvCxnSpPr>
            <p:nvPr/>
          </p:nvCxnSpPr>
          <p:spPr>
            <a:xfrm>
              <a:off x="1249806" y="3691600"/>
              <a:ext cx="1149300" cy="69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55" name="Google Shape;2955;p72"/>
            <p:cNvCxnSpPr>
              <a:stCxn id="2956" idx="4"/>
              <a:endCxn id="2928" idx="1"/>
            </p:cNvCxnSpPr>
            <p:nvPr/>
          </p:nvCxnSpPr>
          <p:spPr>
            <a:xfrm>
              <a:off x="181389" y="3694736"/>
              <a:ext cx="833400" cy="862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57" name="Google Shape;2957;p72"/>
            <p:cNvCxnSpPr>
              <a:stCxn id="2928" idx="4"/>
              <a:endCxn id="2931" idx="0"/>
            </p:cNvCxnSpPr>
            <p:nvPr/>
          </p:nvCxnSpPr>
          <p:spPr>
            <a:xfrm flipH="1">
              <a:off x="990218" y="4724846"/>
              <a:ext cx="93900" cy="726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58" name="Google Shape;2958;p72"/>
            <p:cNvCxnSpPr>
              <a:stCxn id="2959" idx="3"/>
            </p:cNvCxnSpPr>
            <p:nvPr/>
          </p:nvCxnSpPr>
          <p:spPr>
            <a:xfrm flipH="1">
              <a:off x="994423" y="6664731"/>
              <a:ext cx="1953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0" name="Google Shape;2960;p72"/>
            <p:cNvCxnSpPr>
              <a:stCxn id="2959" idx="0"/>
              <a:endCxn id="2931" idx="4"/>
            </p:cNvCxnSpPr>
            <p:nvPr/>
          </p:nvCxnSpPr>
          <p:spPr>
            <a:xfrm rot="10800000">
              <a:off x="990205" y="5745355"/>
              <a:ext cx="303600" cy="668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1" name="Google Shape;2961;p72"/>
            <p:cNvCxnSpPr>
              <a:stCxn id="2962" idx="1"/>
              <a:endCxn id="2956" idx="3"/>
            </p:cNvCxnSpPr>
            <p:nvPr/>
          </p:nvCxnSpPr>
          <p:spPr>
            <a:xfrm flipH="1" rot="10800000">
              <a:off x="7025" y="3684606"/>
              <a:ext cx="62100" cy="103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3" name="Google Shape;2963;p72"/>
            <p:cNvCxnSpPr>
              <a:stCxn id="2931" idx="2"/>
              <a:endCxn id="2962" idx="0"/>
            </p:cNvCxnSpPr>
            <p:nvPr/>
          </p:nvCxnSpPr>
          <p:spPr>
            <a:xfrm rot="10800000">
              <a:off x="4856" y="4947751"/>
              <a:ext cx="838200" cy="650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4" name="Google Shape;2964;p72"/>
            <p:cNvCxnSpPr>
              <a:stCxn id="2959" idx="1"/>
            </p:cNvCxnSpPr>
            <p:nvPr/>
          </p:nvCxnSpPr>
          <p:spPr>
            <a:xfrm flipH="1">
              <a:off x="-77" y="6456567"/>
              <a:ext cx="1189800" cy="190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5" name="Google Shape;2965;p72"/>
            <p:cNvCxnSpPr>
              <a:stCxn id="2926" idx="1"/>
              <a:endCxn id="2788" idx="0"/>
            </p:cNvCxnSpPr>
            <p:nvPr/>
          </p:nvCxnSpPr>
          <p:spPr>
            <a:xfrm flipH="1" rot="10800000">
              <a:off x="2590343" y="2989810"/>
              <a:ext cx="771000" cy="692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6" name="Google Shape;2966;p72"/>
            <p:cNvCxnSpPr>
              <a:stCxn id="2967" idx="6"/>
              <a:endCxn id="2968" idx="2"/>
            </p:cNvCxnSpPr>
            <p:nvPr/>
          </p:nvCxnSpPr>
          <p:spPr>
            <a:xfrm>
              <a:off x="683818" y="2689233"/>
              <a:ext cx="1046700" cy="26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9" name="Google Shape;2969;p72"/>
            <p:cNvCxnSpPr>
              <a:stCxn id="2956" idx="7"/>
              <a:endCxn id="2967" idx="3"/>
            </p:cNvCxnSpPr>
            <p:nvPr/>
          </p:nvCxnSpPr>
          <p:spPr>
            <a:xfrm flipH="1" rot="10800000">
              <a:off x="206155" y="2793287"/>
              <a:ext cx="226500" cy="630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0" name="Google Shape;2970;p72"/>
            <p:cNvCxnSpPr>
              <a:stCxn id="2956" idx="5"/>
              <a:endCxn id="2954" idx="2"/>
            </p:cNvCxnSpPr>
            <p:nvPr/>
          </p:nvCxnSpPr>
          <p:spPr>
            <a:xfrm>
              <a:off x="267972" y="3622660"/>
              <a:ext cx="785700" cy="69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1" name="Google Shape;2971;p72"/>
            <p:cNvCxnSpPr>
              <a:stCxn id="2968" idx="3"/>
              <a:endCxn id="2954" idx="7"/>
            </p:cNvCxnSpPr>
            <p:nvPr/>
          </p:nvCxnSpPr>
          <p:spPr>
            <a:xfrm flipH="1">
              <a:off x="1221044" y="3059892"/>
              <a:ext cx="555000" cy="562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2" name="Google Shape;2972;p72"/>
            <p:cNvCxnSpPr>
              <a:stCxn id="2954" idx="4"/>
              <a:endCxn id="2928" idx="0"/>
            </p:cNvCxnSpPr>
            <p:nvPr/>
          </p:nvCxnSpPr>
          <p:spPr>
            <a:xfrm flipH="1">
              <a:off x="1084177" y="3789730"/>
              <a:ext cx="67500" cy="73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3" name="Google Shape;2973;p72"/>
            <p:cNvCxnSpPr>
              <a:stCxn id="2932" idx="2"/>
              <a:endCxn id="2959" idx="2"/>
            </p:cNvCxnSpPr>
            <p:nvPr/>
          </p:nvCxnSpPr>
          <p:spPr>
            <a:xfrm flipH="1">
              <a:off x="1146748" y="6179786"/>
              <a:ext cx="1868400" cy="381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4" name="Google Shape;2974;p72"/>
            <p:cNvCxnSpPr>
              <a:endCxn id="2959" idx="5"/>
            </p:cNvCxnSpPr>
            <p:nvPr/>
          </p:nvCxnSpPr>
          <p:spPr>
            <a:xfrm rot="10800000">
              <a:off x="1397887" y="6664731"/>
              <a:ext cx="704100" cy="276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56" name="Google Shape;2956;p72"/>
            <p:cNvSpPr/>
            <p:nvPr/>
          </p:nvSpPr>
          <p:spPr>
            <a:xfrm rot="-1036530">
              <a:off x="-9517" y="3406988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72"/>
            <p:cNvSpPr/>
            <p:nvPr/>
          </p:nvSpPr>
          <p:spPr>
            <a:xfrm>
              <a:off x="1730610" y="2795084"/>
              <a:ext cx="310242" cy="31024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72"/>
            <p:cNvSpPr/>
            <p:nvPr/>
          </p:nvSpPr>
          <p:spPr>
            <a:xfrm>
              <a:off x="389430" y="2542039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72"/>
            <p:cNvSpPr/>
            <p:nvPr/>
          </p:nvSpPr>
          <p:spPr>
            <a:xfrm>
              <a:off x="1053547" y="3593471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72"/>
            <p:cNvSpPr/>
            <p:nvPr/>
          </p:nvSpPr>
          <p:spPr>
            <a:xfrm>
              <a:off x="1146611" y="6413455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72"/>
            <p:cNvSpPr/>
            <p:nvPr/>
          </p:nvSpPr>
          <p:spPr>
            <a:xfrm>
              <a:off x="843056" y="5450957"/>
              <a:ext cx="294388" cy="2943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72"/>
            <p:cNvSpPr/>
            <p:nvPr/>
          </p:nvSpPr>
          <p:spPr>
            <a:xfrm>
              <a:off x="985988" y="4528587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5" name="Google Shape;2975;p72"/>
            <p:cNvCxnSpPr>
              <a:stCxn id="2928" idx="3"/>
            </p:cNvCxnSpPr>
            <p:nvPr/>
          </p:nvCxnSpPr>
          <p:spPr>
            <a:xfrm flipH="1">
              <a:off x="125229" y="4696105"/>
              <a:ext cx="889500" cy="162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6" name="Google Shape;2976;p72"/>
            <p:cNvCxnSpPr>
              <a:stCxn id="2967" idx="4"/>
              <a:endCxn id="2954" idx="1"/>
            </p:cNvCxnSpPr>
            <p:nvPr/>
          </p:nvCxnSpPr>
          <p:spPr>
            <a:xfrm>
              <a:off x="536624" y="2836427"/>
              <a:ext cx="545700" cy="785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00" name="Google Shape;2800;p72"/>
            <p:cNvSpPr/>
            <p:nvPr/>
          </p:nvSpPr>
          <p:spPr>
            <a:xfrm>
              <a:off x="4972557" y="2874980"/>
              <a:ext cx="196259" cy="196259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7" name="Google Shape;2977;p72"/>
            <p:cNvCxnSpPr>
              <a:stCxn id="2800" idx="3"/>
              <a:endCxn id="2923" idx="0"/>
            </p:cNvCxnSpPr>
            <p:nvPr/>
          </p:nvCxnSpPr>
          <p:spPr>
            <a:xfrm flipH="1">
              <a:off x="4536598" y="3042498"/>
              <a:ext cx="464700" cy="782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8" name="Google Shape;2978;p72"/>
            <p:cNvCxnSpPr>
              <a:stCxn id="2800" idx="2"/>
              <a:endCxn id="2788" idx="6"/>
            </p:cNvCxnSpPr>
            <p:nvPr/>
          </p:nvCxnSpPr>
          <p:spPr>
            <a:xfrm rot="10800000">
              <a:off x="3501357" y="2916110"/>
              <a:ext cx="14712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9" name="Google Shape;2979;p72"/>
            <p:cNvCxnSpPr>
              <a:stCxn id="2967" idx="7"/>
              <a:endCxn id="2787" idx="1"/>
            </p:cNvCxnSpPr>
            <p:nvPr/>
          </p:nvCxnSpPr>
          <p:spPr>
            <a:xfrm flipH="1" rot="10800000">
              <a:off x="640706" y="1905051"/>
              <a:ext cx="785400" cy="680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0" name="Google Shape;2980;p72"/>
            <p:cNvCxnSpPr>
              <a:endCxn id="2967" idx="1"/>
            </p:cNvCxnSpPr>
            <p:nvPr/>
          </p:nvCxnSpPr>
          <p:spPr>
            <a:xfrm>
              <a:off x="-60658" y="2344851"/>
              <a:ext cx="493200" cy="240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62" name="Google Shape;2962;p72"/>
            <p:cNvSpPr/>
            <p:nvPr/>
          </p:nvSpPr>
          <p:spPr>
            <a:xfrm flipH="1" rot="5400000">
              <a:off x="-98982" y="4723943"/>
              <a:ext cx="224088" cy="224088"/>
            </a:xfrm>
            <a:prstGeom prst="chord">
              <a:avLst>
                <a:gd fmla="val 10550803" name="adj1"/>
                <a:gd fmla="val 185318" name="adj2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81" name="Google Shape;2981;p72"/>
            <p:cNvCxnSpPr>
              <a:stCxn id="2931" idx="3"/>
            </p:cNvCxnSpPr>
            <p:nvPr/>
          </p:nvCxnSpPr>
          <p:spPr>
            <a:xfrm flipH="1">
              <a:off x="-32" y="5702233"/>
              <a:ext cx="886200" cy="564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2" name="Google Shape;2982;p72"/>
            <p:cNvCxnSpPr>
              <a:stCxn id="2968" idx="6"/>
              <a:endCxn id="2788" idx="1"/>
            </p:cNvCxnSpPr>
            <p:nvPr/>
          </p:nvCxnSpPr>
          <p:spPr>
            <a:xfrm flipH="1" rot="10800000">
              <a:off x="2040852" y="2934905"/>
              <a:ext cx="1254600" cy="15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3" name="Google Shape;2983;p72"/>
            <p:cNvCxnSpPr>
              <a:stCxn id="2968" idx="5"/>
              <a:endCxn id="2926" idx="0"/>
            </p:cNvCxnSpPr>
            <p:nvPr/>
          </p:nvCxnSpPr>
          <p:spPr>
            <a:xfrm>
              <a:off x="1995418" y="3059892"/>
              <a:ext cx="515700" cy="589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4" name="Google Shape;2984;p72"/>
            <p:cNvCxnSpPr>
              <a:stCxn id="2787" idx="0"/>
              <a:endCxn id="2968" idx="0"/>
            </p:cNvCxnSpPr>
            <p:nvPr/>
          </p:nvCxnSpPr>
          <p:spPr>
            <a:xfrm>
              <a:off x="1505277" y="1937846"/>
              <a:ext cx="380400" cy="857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5" name="Google Shape;2985;p72"/>
            <p:cNvCxnSpPr>
              <a:stCxn id="2928" idx="5"/>
              <a:endCxn id="2925" idx="7"/>
            </p:cNvCxnSpPr>
            <p:nvPr/>
          </p:nvCxnSpPr>
          <p:spPr>
            <a:xfrm>
              <a:off x="1153506" y="4696105"/>
              <a:ext cx="1042200" cy="364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6" name="Google Shape;2986;p72"/>
            <p:cNvCxnSpPr>
              <a:stCxn id="2923" idx="7"/>
              <a:endCxn id="2788" idx="7"/>
            </p:cNvCxnSpPr>
            <p:nvPr/>
          </p:nvCxnSpPr>
          <p:spPr>
            <a:xfrm rot="10800000">
              <a:off x="3446643" y="2981967"/>
              <a:ext cx="1005600" cy="8577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7" name="Google Shape;2987;p72"/>
            <p:cNvCxnSpPr>
              <a:stCxn id="2796" idx="7"/>
              <a:endCxn id="2800" idx="0"/>
            </p:cNvCxnSpPr>
            <p:nvPr/>
          </p:nvCxnSpPr>
          <p:spPr>
            <a:xfrm>
              <a:off x="5065787" y="2247314"/>
              <a:ext cx="4800" cy="6276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8" name="Google Shape;2988;p72"/>
            <p:cNvCxnSpPr>
              <a:stCxn id="2899" idx="7"/>
              <a:endCxn id="2801" idx="0"/>
            </p:cNvCxnSpPr>
            <p:nvPr/>
          </p:nvCxnSpPr>
          <p:spPr>
            <a:xfrm rot="10800000">
              <a:off x="6285712" y="2383908"/>
              <a:ext cx="270000" cy="7845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9" name="Google Shape;2989;p72"/>
            <p:cNvCxnSpPr>
              <a:stCxn id="2899" idx="6"/>
              <a:endCxn id="2800" idx="5"/>
            </p:cNvCxnSpPr>
            <p:nvPr/>
          </p:nvCxnSpPr>
          <p:spPr>
            <a:xfrm rot="10800000">
              <a:off x="5140034" y="3042426"/>
              <a:ext cx="1393800" cy="178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0" name="Google Shape;2990;p72"/>
            <p:cNvCxnSpPr>
              <a:stCxn id="2813" idx="0"/>
              <a:endCxn id="2899" idx="1"/>
            </p:cNvCxnSpPr>
            <p:nvPr/>
          </p:nvCxnSpPr>
          <p:spPr>
            <a:xfrm flipH="1">
              <a:off x="6661403" y="1834225"/>
              <a:ext cx="1076400" cy="13341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1" name="Google Shape;2991;p72"/>
            <p:cNvCxnSpPr>
              <a:stCxn id="2816" idx="0"/>
              <a:endCxn id="2864" idx="4"/>
            </p:cNvCxnSpPr>
            <p:nvPr/>
          </p:nvCxnSpPr>
          <p:spPr>
            <a:xfrm>
              <a:off x="9621563" y="3044363"/>
              <a:ext cx="760500" cy="3162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2" name="Google Shape;2992;p72"/>
            <p:cNvCxnSpPr>
              <a:stCxn id="2820" idx="0"/>
              <a:endCxn id="2864" idx="5"/>
            </p:cNvCxnSpPr>
            <p:nvPr/>
          </p:nvCxnSpPr>
          <p:spPr>
            <a:xfrm>
              <a:off x="10349083" y="2680523"/>
              <a:ext cx="90000" cy="615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3" name="Google Shape;2993;p72"/>
            <p:cNvCxnSpPr>
              <a:stCxn id="2818" idx="0"/>
              <a:endCxn id="2816" idx="6"/>
            </p:cNvCxnSpPr>
            <p:nvPr/>
          </p:nvCxnSpPr>
          <p:spPr>
            <a:xfrm>
              <a:off x="9306676" y="1739765"/>
              <a:ext cx="246000" cy="1161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4" name="Google Shape;2994;p72"/>
            <p:cNvCxnSpPr>
              <a:stCxn id="2899" idx="1"/>
              <a:endCxn id="2858" idx="5"/>
            </p:cNvCxnSpPr>
            <p:nvPr/>
          </p:nvCxnSpPr>
          <p:spPr>
            <a:xfrm>
              <a:off x="6661348" y="3168408"/>
              <a:ext cx="1391100" cy="189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5" name="Google Shape;2995;p72"/>
            <p:cNvCxnSpPr>
              <a:stCxn id="2813" idx="0"/>
              <a:endCxn id="2858" idx="5"/>
            </p:cNvCxnSpPr>
            <p:nvPr/>
          </p:nvCxnSpPr>
          <p:spPr>
            <a:xfrm>
              <a:off x="7737803" y="1834225"/>
              <a:ext cx="314700" cy="13533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6" name="Google Shape;2996;p72"/>
            <p:cNvCxnSpPr>
              <a:stCxn id="2858" idx="7"/>
              <a:endCxn id="2816" idx="4"/>
            </p:cNvCxnSpPr>
            <p:nvPr/>
          </p:nvCxnSpPr>
          <p:spPr>
            <a:xfrm flipH="1" rot="10800000">
              <a:off x="8152134" y="2970745"/>
              <a:ext cx="1257900" cy="251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64" name="Google Shape;2864;p72"/>
            <p:cNvSpPr/>
            <p:nvPr/>
          </p:nvSpPr>
          <p:spPr>
            <a:xfrm flipH="1" rot="6550916">
              <a:off x="10375964" y="3285269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72"/>
            <p:cNvSpPr/>
            <p:nvPr/>
          </p:nvSpPr>
          <p:spPr>
            <a:xfrm flipH="1" rot="6550916">
              <a:off x="9403696" y="2895505"/>
              <a:ext cx="224088" cy="224088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72"/>
            <p:cNvSpPr/>
            <p:nvPr/>
          </p:nvSpPr>
          <p:spPr>
            <a:xfrm flipH="1" rot="6550916">
              <a:off x="8010198" y="3179980"/>
              <a:ext cx="149392" cy="149392"/>
            </a:xfrm>
            <a:prstGeom prst="ellipse">
              <a:avLst/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97" name="Google Shape;2997;p72"/>
            <p:cNvCxnSpPr>
              <a:stCxn id="2855" idx="0"/>
              <a:endCxn id="2864" idx="7"/>
            </p:cNvCxnSpPr>
            <p:nvPr/>
          </p:nvCxnSpPr>
          <p:spPr>
            <a:xfrm flipH="1">
              <a:off x="10588721" y="2983008"/>
              <a:ext cx="1257000" cy="3654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8" name="Google Shape;2998;p72"/>
            <p:cNvCxnSpPr>
              <a:endCxn id="2855" idx="7"/>
            </p:cNvCxnSpPr>
            <p:nvPr/>
          </p:nvCxnSpPr>
          <p:spPr>
            <a:xfrm rot="10800000">
              <a:off x="11930123" y="2967834"/>
              <a:ext cx="291300" cy="28680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9803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8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9.xml"/><Relationship Id="rId1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3" name="Google Shape;3003;p1"/>
          <p:cNvGrpSpPr/>
          <p:nvPr/>
        </p:nvGrpSpPr>
        <p:grpSpPr>
          <a:xfrm>
            <a:off x="-99302" y="4604454"/>
            <a:ext cx="12313479" cy="2345437"/>
            <a:chOff x="-106812" y="4136168"/>
            <a:chExt cx="12313479" cy="2345437"/>
          </a:xfrm>
        </p:grpSpPr>
        <p:cxnSp>
          <p:nvCxnSpPr>
            <p:cNvPr id="3004" name="Google Shape;3004;p1"/>
            <p:cNvCxnSpPr>
              <a:stCxn id="3005" idx="7"/>
              <a:endCxn id="3006" idx="2"/>
            </p:cNvCxnSpPr>
            <p:nvPr/>
          </p:nvCxnSpPr>
          <p:spPr>
            <a:xfrm flipH="1" rot="10800000">
              <a:off x="1154476" y="4263513"/>
              <a:ext cx="1219500" cy="1200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07" name="Google Shape;3007;p1"/>
            <p:cNvCxnSpPr>
              <a:stCxn id="3006" idx="4"/>
              <a:endCxn id="3008" idx="1"/>
            </p:cNvCxnSpPr>
            <p:nvPr/>
          </p:nvCxnSpPr>
          <p:spPr>
            <a:xfrm>
              <a:off x="2477073" y="4317774"/>
              <a:ext cx="386100" cy="925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09" name="Google Shape;3009;p1"/>
            <p:cNvCxnSpPr>
              <a:stCxn id="3010" idx="2"/>
              <a:endCxn id="3011" idx="6"/>
            </p:cNvCxnSpPr>
            <p:nvPr/>
          </p:nvCxnSpPr>
          <p:spPr>
            <a:xfrm rot="10800000">
              <a:off x="2931613" y="5825465"/>
              <a:ext cx="758700" cy="304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2" name="Google Shape;3012;p1"/>
            <p:cNvCxnSpPr>
              <a:stCxn id="3008" idx="5"/>
              <a:endCxn id="3010" idx="1"/>
            </p:cNvCxnSpPr>
            <p:nvPr/>
          </p:nvCxnSpPr>
          <p:spPr>
            <a:xfrm>
              <a:off x="2940655" y="5321188"/>
              <a:ext cx="775200" cy="74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3" name="Google Shape;3013;p1"/>
            <p:cNvCxnSpPr>
              <a:stCxn id="3006" idx="5"/>
              <a:endCxn id="3014" idx="1"/>
            </p:cNvCxnSpPr>
            <p:nvPr/>
          </p:nvCxnSpPr>
          <p:spPr>
            <a:xfrm>
              <a:off x="2525482" y="4277477"/>
              <a:ext cx="1108500" cy="93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5" name="Google Shape;3015;p1"/>
            <p:cNvCxnSpPr>
              <a:stCxn id="3010" idx="0"/>
              <a:endCxn id="3014" idx="4"/>
            </p:cNvCxnSpPr>
            <p:nvPr/>
          </p:nvCxnSpPr>
          <p:spPr>
            <a:xfrm rot="10800000">
              <a:off x="3672641" y="5306737"/>
              <a:ext cx="104400" cy="736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6" name="Google Shape;3016;p1"/>
            <p:cNvCxnSpPr>
              <a:stCxn id="3008" idx="3"/>
              <a:endCxn id="3011" idx="0"/>
            </p:cNvCxnSpPr>
            <p:nvPr/>
          </p:nvCxnSpPr>
          <p:spPr>
            <a:xfrm flipH="1">
              <a:off x="2849265" y="5321188"/>
              <a:ext cx="13800" cy="422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7" name="Google Shape;3017;p1"/>
            <p:cNvCxnSpPr>
              <a:stCxn id="3006" idx="6"/>
              <a:endCxn id="3018" idx="1"/>
            </p:cNvCxnSpPr>
            <p:nvPr/>
          </p:nvCxnSpPr>
          <p:spPr>
            <a:xfrm>
              <a:off x="2531217" y="4214752"/>
              <a:ext cx="1935600" cy="722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9" name="Google Shape;3019;p1"/>
            <p:cNvCxnSpPr>
              <a:stCxn id="3010" idx="7"/>
              <a:endCxn id="3018" idx="3"/>
            </p:cNvCxnSpPr>
            <p:nvPr/>
          </p:nvCxnSpPr>
          <p:spPr>
            <a:xfrm flipH="1" rot="10800000">
              <a:off x="3838367" y="5053139"/>
              <a:ext cx="628500" cy="101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0" name="Google Shape;3020;p1"/>
            <p:cNvCxnSpPr>
              <a:stCxn id="3008" idx="6"/>
              <a:endCxn id="3014" idx="2"/>
            </p:cNvCxnSpPr>
            <p:nvPr/>
          </p:nvCxnSpPr>
          <p:spPr>
            <a:xfrm flipH="1" rot="10800000">
              <a:off x="2956724" y="5251793"/>
              <a:ext cx="661200" cy="30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1" name="Google Shape;3021;p1"/>
            <p:cNvCxnSpPr>
              <a:stCxn id="3022" idx="0"/>
              <a:endCxn id="3011" idx="4"/>
            </p:cNvCxnSpPr>
            <p:nvPr/>
          </p:nvCxnSpPr>
          <p:spPr>
            <a:xfrm flipH="1" rot="10800000">
              <a:off x="2774163" y="5907686"/>
              <a:ext cx="75300" cy="373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3" name="Google Shape;3023;p1"/>
            <p:cNvCxnSpPr>
              <a:stCxn id="3014" idx="6"/>
              <a:endCxn id="3018" idx="2"/>
            </p:cNvCxnSpPr>
            <p:nvPr/>
          </p:nvCxnSpPr>
          <p:spPr>
            <a:xfrm flipH="1" rot="10800000">
              <a:off x="3727539" y="4995000"/>
              <a:ext cx="715200" cy="256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4" name="Google Shape;3024;p1"/>
            <p:cNvCxnSpPr>
              <a:stCxn id="3025" idx="0"/>
              <a:endCxn id="3018" idx="4"/>
            </p:cNvCxnSpPr>
            <p:nvPr/>
          </p:nvCxnSpPr>
          <p:spPr>
            <a:xfrm rot="10800000">
              <a:off x="4525159" y="5077152"/>
              <a:ext cx="51000" cy="838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6" name="Google Shape;3026;p1"/>
            <p:cNvCxnSpPr>
              <a:stCxn id="3027" idx="1"/>
              <a:endCxn id="3018" idx="5"/>
            </p:cNvCxnSpPr>
            <p:nvPr/>
          </p:nvCxnSpPr>
          <p:spPr>
            <a:xfrm rot="10800000">
              <a:off x="4583278" y="5053124"/>
              <a:ext cx="1061100" cy="95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8" name="Google Shape;3028;p1"/>
            <p:cNvCxnSpPr>
              <a:stCxn id="3027" idx="0"/>
              <a:endCxn id="3029" idx="4"/>
            </p:cNvCxnSpPr>
            <p:nvPr/>
          </p:nvCxnSpPr>
          <p:spPr>
            <a:xfrm flipH="1" rot="10800000">
              <a:off x="5683173" y="4739155"/>
              <a:ext cx="213600" cy="1255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0" name="Google Shape;3030;p1"/>
            <p:cNvCxnSpPr>
              <a:stCxn id="3029" idx="2"/>
              <a:endCxn id="3018" idx="6"/>
            </p:cNvCxnSpPr>
            <p:nvPr/>
          </p:nvCxnSpPr>
          <p:spPr>
            <a:xfrm flipH="1">
              <a:off x="4607573" y="4656978"/>
              <a:ext cx="1206900" cy="33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1" name="Google Shape;3031;p1"/>
            <p:cNvCxnSpPr>
              <a:stCxn id="3029" idx="7"/>
              <a:endCxn id="3032" idx="2"/>
            </p:cNvCxnSpPr>
            <p:nvPr/>
          </p:nvCxnSpPr>
          <p:spPr>
            <a:xfrm flipH="1" rot="10800000">
              <a:off x="5954961" y="4275686"/>
              <a:ext cx="2410800" cy="323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3" name="Google Shape;3033;p1"/>
            <p:cNvCxnSpPr>
              <a:stCxn id="3029" idx="6"/>
              <a:endCxn id="3034" idx="2"/>
            </p:cNvCxnSpPr>
            <p:nvPr/>
          </p:nvCxnSpPr>
          <p:spPr>
            <a:xfrm>
              <a:off x="5979065" y="4656978"/>
              <a:ext cx="765000" cy="577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5" name="Google Shape;3035;p1"/>
            <p:cNvCxnSpPr>
              <a:stCxn id="3034" idx="7"/>
              <a:endCxn id="3032" idx="3"/>
            </p:cNvCxnSpPr>
            <p:nvPr/>
          </p:nvCxnSpPr>
          <p:spPr>
            <a:xfrm flipH="1" rot="10800000">
              <a:off x="6884583" y="4314545"/>
              <a:ext cx="1497300" cy="86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6" name="Google Shape;3036;p1"/>
            <p:cNvCxnSpPr>
              <a:stCxn id="3037" idx="0"/>
              <a:endCxn id="3006" idx="3"/>
            </p:cNvCxnSpPr>
            <p:nvPr/>
          </p:nvCxnSpPr>
          <p:spPr>
            <a:xfrm flipH="1" rot="10800000">
              <a:off x="2095501" y="4312057"/>
              <a:ext cx="318900" cy="1269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8" name="Google Shape;3038;p1"/>
            <p:cNvCxnSpPr>
              <a:stCxn id="3011" idx="2"/>
              <a:endCxn id="3037" idx="6"/>
            </p:cNvCxnSpPr>
            <p:nvPr/>
          </p:nvCxnSpPr>
          <p:spPr>
            <a:xfrm rot="10800000">
              <a:off x="2182083" y="5668321"/>
              <a:ext cx="585000" cy="157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9" name="Google Shape;3039;p1"/>
            <p:cNvCxnSpPr>
              <a:stCxn id="3022" idx="1"/>
              <a:endCxn id="3037" idx="5"/>
            </p:cNvCxnSpPr>
            <p:nvPr/>
          </p:nvCxnSpPr>
          <p:spPr>
            <a:xfrm rot="10800000">
              <a:off x="2156771" y="5729590"/>
              <a:ext cx="559200" cy="576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0" name="Google Shape;3040;p1"/>
            <p:cNvCxnSpPr>
              <a:stCxn id="3041" idx="7"/>
              <a:endCxn id="3037" idx="3"/>
            </p:cNvCxnSpPr>
            <p:nvPr/>
          </p:nvCxnSpPr>
          <p:spPr>
            <a:xfrm flipH="1" rot="10800000">
              <a:off x="1478954" y="5729700"/>
              <a:ext cx="555300" cy="538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2" name="Google Shape;3042;p1"/>
            <p:cNvCxnSpPr>
              <a:stCxn id="3005" idx="6"/>
              <a:endCxn id="3037" idx="2"/>
            </p:cNvCxnSpPr>
            <p:nvPr/>
          </p:nvCxnSpPr>
          <p:spPr>
            <a:xfrm>
              <a:off x="1178580" y="5522605"/>
              <a:ext cx="830100" cy="145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3" name="Google Shape;3043;p1"/>
            <p:cNvCxnSpPr>
              <a:stCxn id="3044" idx="7"/>
              <a:endCxn id="3005" idx="3"/>
            </p:cNvCxnSpPr>
            <p:nvPr/>
          </p:nvCxnSpPr>
          <p:spPr>
            <a:xfrm flipH="1" rot="10800000">
              <a:off x="403987" y="5580930"/>
              <a:ext cx="634200" cy="554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5" name="Google Shape;3045;p1"/>
            <p:cNvCxnSpPr>
              <a:stCxn id="3044" idx="6"/>
              <a:endCxn id="3041" idx="2"/>
            </p:cNvCxnSpPr>
            <p:nvPr/>
          </p:nvCxnSpPr>
          <p:spPr>
            <a:xfrm>
              <a:off x="420056" y="6174425"/>
              <a:ext cx="965100" cy="13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6" name="Google Shape;3046;p1"/>
            <p:cNvCxnSpPr>
              <a:stCxn id="3044" idx="5"/>
            </p:cNvCxnSpPr>
            <p:nvPr/>
          </p:nvCxnSpPr>
          <p:spPr>
            <a:xfrm>
              <a:off x="403987" y="6213220"/>
              <a:ext cx="156600" cy="19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7" name="Google Shape;3047;p1"/>
            <p:cNvCxnSpPr>
              <a:stCxn id="3041" idx="6"/>
              <a:endCxn id="3022" idx="2"/>
            </p:cNvCxnSpPr>
            <p:nvPr/>
          </p:nvCxnSpPr>
          <p:spPr>
            <a:xfrm>
              <a:off x="1495023" y="6306695"/>
              <a:ext cx="1196700" cy="57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8" name="Google Shape;3048;p1"/>
            <p:cNvCxnSpPr>
              <a:stCxn id="3022" idx="6"/>
              <a:endCxn id="3010" idx="3"/>
            </p:cNvCxnSpPr>
            <p:nvPr/>
          </p:nvCxnSpPr>
          <p:spPr>
            <a:xfrm flipH="1" rot="10800000">
              <a:off x="2856459" y="6191282"/>
              <a:ext cx="859200" cy="17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49" name="Google Shape;3049;p1"/>
            <p:cNvCxnSpPr>
              <a:stCxn id="3025" idx="2"/>
              <a:endCxn id="3010" idx="6"/>
            </p:cNvCxnSpPr>
            <p:nvPr/>
          </p:nvCxnSpPr>
          <p:spPr>
            <a:xfrm flipH="1">
              <a:off x="3863695" y="5970216"/>
              <a:ext cx="657600" cy="159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0" name="Google Shape;3050;p1"/>
            <p:cNvCxnSpPr>
              <a:endCxn id="3010" idx="5"/>
            </p:cNvCxnSpPr>
            <p:nvPr/>
          </p:nvCxnSpPr>
          <p:spPr>
            <a:xfrm rot="10800000">
              <a:off x="3838367" y="6191291"/>
              <a:ext cx="293100" cy="207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1" name="Google Shape;3051;p1"/>
            <p:cNvCxnSpPr>
              <a:endCxn id="3010" idx="4"/>
            </p:cNvCxnSpPr>
            <p:nvPr/>
          </p:nvCxnSpPr>
          <p:spPr>
            <a:xfrm flipH="1" rot="10800000">
              <a:off x="3690341" y="6216693"/>
              <a:ext cx="86700" cy="208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2" name="Google Shape;3052;p1"/>
            <p:cNvCxnSpPr>
              <a:endCxn id="3025" idx="4"/>
            </p:cNvCxnSpPr>
            <p:nvPr/>
          </p:nvCxnSpPr>
          <p:spPr>
            <a:xfrm rot="10800000">
              <a:off x="4576159" y="6025080"/>
              <a:ext cx="101400" cy="329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3" name="Google Shape;3053;p1"/>
            <p:cNvCxnSpPr>
              <a:stCxn id="3027" idx="2"/>
              <a:endCxn id="3025" idx="6"/>
            </p:cNvCxnSpPr>
            <p:nvPr/>
          </p:nvCxnSpPr>
          <p:spPr>
            <a:xfrm rot="10800000">
              <a:off x="4631109" y="5970319"/>
              <a:ext cx="997200" cy="79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4" name="Google Shape;3054;p1"/>
            <p:cNvCxnSpPr>
              <a:stCxn id="3027" idx="4"/>
            </p:cNvCxnSpPr>
            <p:nvPr/>
          </p:nvCxnSpPr>
          <p:spPr>
            <a:xfrm>
              <a:off x="5683173" y="6104383"/>
              <a:ext cx="131400" cy="32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5" name="Google Shape;3055;p1"/>
            <p:cNvCxnSpPr>
              <a:stCxn id="3056" idx="3"/>
            </p:cNvCxnSpPr>
            <p:nvPr/>
          </p:nvCxnSpPr>
          <p:spPr>
            <a:xfrm flipH="1">
              <a:off x="6585106" y="6176101"/>
              <a:ext cx="136200" cy="178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7" name="Google Shape;3057;p1"/>
            <p:cNvCxnSpPr>
              <a:stCxn id="3056" idx="2"/>
              <a:endCxn id="3027" idx="6"/>
            </p:cNvCxnSpPr>
            <p:nvPr/>
          </p:nvCxnSpPr>
          <p:spPr>
            <a:xfrm rot="10800000">
              <a:off x="5738102" y="6049509"/>
              <a:ext cx="959100" cy="68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8" name="Google Shape;3058;p1"/>
            <p:cNvCxnSpPr>
              <a:stCxn id="3034" idx="4"/>
              <a:endCxn id="3056" idx="0"/>
            </p:cNvCxnSpPr>
            <p:nvPr/>
          </p:nvCxnSpPr>
          <p:spPr>
            <a:xfrm flipH="1">
              <a:off x="6779591" y="5316633"/>
              <a:ext cx="46800" cy="719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9" name="Google Shape;3059;p1"/>
            <p:cNvCxnSpPr>
              <a:stCxn id="3060" idx="3"/>
              <a:endCxn id="3056" idx="7"/>
            </p:cNvCxnSpPr>
            <p:nvPr/>
          </p:nvCxnSpPr>
          <p:spPr>
            <a:xfrm flipH="1">
              <a:off x="6837731" y="5582534"/>
              <a:ext cx="1155300" cy="477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1" name="Google Shape;3061;p1"/>
            <p:cNvCxnSpPr>
              <a:stCxn id="3060" idx="2"/>
              <a:endCxn id="3034" idx="6"/>
            </p:cNvCxnSpPr>
            <p:nvPr/>
          </p:nvCxnSpPr>
          <p:spPr>
            <a:xfrm rot="10800000">
              <a:off x="6908652" y="5234295"/>
              <a:ext cx="1071900" cy="286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2" name="Google Shape;3062;p1"/>
            <p:cNvCxnSpPr>
              <a:stCxn id="3060" idx="1"/>
              <a:endCxn id="3032" idx="4"/>
            </p:cNvCxnSpPr>
            <p:nvPr/>
          </p:nvCxnSpPr>
          <p:spPr>
            <a:xfrm flipH="1" rot="10800000">
              <a:off x="8015384" y="4330717"/>
              <a:ext cx="405300" cy="113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3" name="Google Shape;3063;p1"/>
            <p:cNvCxnSpPr>
              <a:stCxn id="3064" idx="1"/>
              <a:endCxn id="3032" idx="5"/>
            </p:cNvCxnSpPr>
            <p:nvPr/>
          </p:nvCxnSpPr>
          <p:spPr>
            <a:xfrm rot="10800000">
              <a:off x="8459531" y="4314510"/>
              <a:ext cx="860700" cy="1246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5" name="Google Shape;3065;p1"/>
            <p:cNvCxnSpPr>
              <a:stCxn id="3064" idx="0"/>
              <a:endCxn id="3066" idx="4"/>
            </p:cNvCxnSpPr>
            <p:nvPr/>
          </p:nvCxnSpPr>
          <p:spPr>
            <a:xfrm rot="10800000">
              <a:off x="9312196" y="4824209"/>
              <a:ext cx="42900" cy="713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7" name="Google Shape;3067;p1"/>
            <p:cNvCxnSpPr>
              <a:stCxn id="3068" idx="0"/>
              <a:endCxn id="3069" idx="4"/>
            </p:cNvCxnSpPr>
            <p:nvPr/>
          </p:nvCxnSpPr>
          <p:spPr>
            <a:xfrm rot="10800000">
              <a:off x="11176971" y="4559422"/>
              <a:ext cx="173400" cy="98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0" name="Google Shape;3070;p1"/>
            <p:cNvCxnSpPr>
              <a:endCxn id="3069" idx="5"/>
            </p:cNvCxnSpPr>
            <p:nvPr/>
          </p:nvCxnSpPr>
          <p:spPr>
            <a:xfrm rot="10800000">
              <a:off x="11235107" y="4535422"/>
              <a:ext cx="957000" cy="732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1" name="Google Shape;3071;p1"/>
            <p:cNvCxnSpPr>
              <a:endCxn id="3068" idx="6"/>
            </p:cNvCxnSpPr>
            <p:nvPr/>
          </p:nvCxnSpPr>
          <p:spPr>
            <a:xfrm rot="10800000">
              <a:off x="11432667" y="5629318"/>
              <a:ext cx="774000" cy="308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2" name="Google Shape;3072;p1"/>
            <p:cNvCxnSpPr>
              <a:endCxn id="3073" idx="6"/>
            </p:cNvCxnSpPr>
            <p:nvPr/>
          </p:nvCxnSpPr>
          <p:spPr>
            <a:xfrm flipH="1">
              <a:off x="10916433" y="6269223"/>
              <a:ext cx="1246800" cy="12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4" name="Google Shape;3074;p1"/>
            <p:cNvCxnSpPr>
              <a:stCxn id="3073" idx="3"/>
              <a:endCxn id="3075" idx="6"/>
            </p:cNvCxnSpPr>
            <p:nvPr/>
          </p:nvCxnSpPr>
          <p:spPr>
            <a:xfrm rot="10800000">
              <a:off x="8868574" y="6399218"/>
              <a:ext cx="1954200" cy="33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6" name="Google Shape;3076;p1"/>
            <p:cNvCxnSpPr>
              <a:stCxn id="3073" idx="1"/>
              <a:endCxn id="3064" idx="5"/>
            </p:cNvCxnSpPr>
            <p:nvPr/>
          </p:nvCxnSpPr>
          <p:spPr>
            <a:xfrm rot="10800000">
              <a:off x="9411574" y="5622028"/>
              <a:ext cx="14112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7" name="Google Shape;3077;p1"/>
            <p:cNvCxnSpPr>
              <a:stCxn id="3068" idx="2"/>
              <a:endCxn id="3064" idx="6"/>
            </p:cNvCxnSpPr>
            <p:nvPr/>
          </p:nvCxnSpPr>
          <p:spPr>
            <a:xfrm rot="10800000">
              <a:off x="9419775" y="5581018"/>
              <a:ext cx="1848300" cy="48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8" name="Google Shape;3078;p1"/>
            <p:cNvCxnSpPr>
              <a:stCxn id="3069" idx="3"/>
              <a:endCxn id="3064" idx="7"/>
            </p:cNvCxnSpPr>
            <p:nvPr/>
          </p:nvCxnSpPr>
          <p:spPr>
            <a:xfrm flipH="1">
              <a:off x="9396423" y="4535422"/>
              <a:ext cx="1722300" cy="101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9" name="Google Shape;3079;p1"/>
            <p:cNvCxnSpPr>
              <a:stCxn id="3069" idx="2"/>
              <a:endCxn id="3066" idx="6"/>
            </p:cNvCxnSpPr>
            <p:nvPr/>
          </p:nvCxnSpPr>
          <p:spPr>
            <a:xfrm flipH="1">
              <a:off x="9375019" y="4477230"/>
              <a:ext cx="1719600" cy="249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0" name="Google Shape;3080;p1"/>
            <p:cNvCxnSpPr>
              <a:stCxn id="3066" idx="1"/>
              <a:endCxn id="3032" idx="6"/>
            </p:cNvCxnSpPr>
            <p:nvPr/>
          </p:nvCxnSpPr>
          <p:spPr>
            <a:xfrm rot="10800000">
              <a:off x="8475619" y="4275822"/>
              <a:ext cx="749700" cy="423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1" name="Google Shape;3081;p1"/>
            <p:cNvCxnSpPr>
              <a:stCxn id="3064" idx="2"/>
              <a:endCxn id="3060" idx="6"/>
            </p:cNvCxnSpPr>
            <p:nvPr/>
          </p:nvCxnSpPr>
          <p:spPr>
            <a:xfrm rot="10800000">
              <a:off x="8142125" y="5552412"/>
              <a:ext cx="1170000" cy="50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2" name="Google Shape;3082;p1"/>
            <p:cNvCxnSpPr>
              <a:stCxn id="3075" idx="1"/>
              <a:endCxn id="3060" idx="5"/>
            </p:cNvCxnSpPr>
            <p:nvPr/>
          </p:nvCxnSpPr>
          <p:spPr>
            <a:xfrm rot="10800000">
              <a:off x="8107307" y="5604917"/>
              <a:ext cx="620700" cy="736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3" name="Google Shape;3083;p1"/>
            <p:cNvCxnSpPr>
              <a:stCxn id="3060" idx="4"/>
            </p:cNvCxnSpPr>
            <p:nvPr/>
          </p:nvCxnSpPr>
          <p:spPr>
            <a:xfrm flipH="1">
              <a:off x="7666909" y="5617366"/>
              <a:ext cx="378600" cy="772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4" name="Google Shape;3084;p1"/>
            <p:cNvCxnSpPr>
              <a:stCxn id="3056" idx="5"/>
            </p:cNvCxnSpPr>
            <p:nvPr/>
          </p:nvCxnSpPr>
          <p:spPr>
            <a:xfrm>
              <a:off x="6837690" y="6176101"/>
              <a:ext cx="93000" cy="18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5" name="Google Shape;3085;p1"/>
            <p:cNvCxnSpPr>
              <a:stCxn id="3075" idx="7"/>
              <a:endCxn id="3064" idx="3"/>
            </p:cNvCxnSpPr>
            <p:nvPr/>
          </p:nvCxnSpPr>
          <p:spPr>
            <a:xfrm flipH="1" rot="10800000">
              <a:off x="8844391" y="5637317"/>
              <a:ext cx="491100" cy="703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6" name="Google Shape;3086;p1"/>
            <p:cNvCxnSpPr>
              <a:stCxn id="3027" idx="7"/>
              <a:endCxn id="3034" idx="3"/>
            </p:cNvCxnSpPr>
            <p:nvPr/>
          </p:nvCxnSpPr>
          <p:spPr>
            <a:xfrm flipH="1" rot="10800000">
              <a:off x="5721968" y="5292524"/>
              <a:ext cx="1046100" cy="718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7" name="Google Shape;3087;p1"/>
            <p:cNvCxnSpPr>
              <a:stCxn id="3073" idx="7"/>
              <a:endCxn id="3068" idx="4"/>
            </p:cNvCxnSpPr>
            <p:nvPr/>
          </p:nvCxnSpPr>
          <p:spPr>
            <a:xfrm flipH="1" rot="10800000">
              <a:off x="10900364" y="5711728"/>
              <a:ext cx="450000" cy="642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06" name="Google Shape;3006;p1"/>
            <p:cNvSpPr/>
            <p:nvPr/>
          </p:nvSpPr>
          <p:spPr>
            <a:xfrm rot="-1036530">
              <a:off x="2370338" y="4156895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7" name="Google Shape;3037;p1"/>
            <p:cNvSpPr/>
            <p:nvPr/>
          </p:nvSpPr>
          <p:spPr>
            <a:xfrm>
              <a:off x="2008773" y="5581657"/>
              <a:ext cx="173456" cy="17345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1"/>
            <p:cNvSpPr/>
            <p:nvPr/>
          </p:nvSpPr>
          <p:spPr>
            <a:xfrm>
              <a:off x="1013988" y="5440309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1" name="Google Shape;3041;p1"/>
            <p:cNvSpPr/>
            <p:nvPr/>
          </p:nvSpPr>
          <p:spPr>
            <a:xfrm>
              <a:off x="1385295" y="6251831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1"/>
            <p:cNvSpPr/>
            <p:nvPr/>
          </p:nvSpPr>
          <p:spPr>
            <a:xfrm>
              <a:off x="2691867" y="6281486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1"/>
            <p:cNvSpPr/>
            <p:nvPr/>
          </p:nvSpPr>
          <p:spPr>
            <a:xfrm>
              <a:off x="3690313" y="6043237"/>
              <a:ext cx="173456" cy="17345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1"/>
            <p:cNvSpPr/>
            <p:nvPr/>
          </p:nvSpPr>
          <p:spPr>
            <a:xfrm>
              <a:off x="4521295" y="5915352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1"/>
            <p:cNvSpPr/>
            <p:nvPr/>
          </p:nvSpPr>
          <p:spPr>
            <a:xfrm>
              <a:off x="4442834" y="4912639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9" name="Google Shape;3029;p1"/>
            <p:cNvSpPr/>
            <p:nvPr/>
          </p:nvSpPr>
          <p:spPr>
            <a:xfrm>
              <a:off x="5814473" y="4574682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1"/>
            <p:cNvSpPr/>
            <p:nvPr/>
          </p:nvSpPr>
          <p:spPr>
            <a:xfrm>
              <a:off x="5628309" y="5994655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1"/>
            <p:cNvSpPr/>
            <p:nvPr/>
          </p:nvSpPr>
          <p:spPr>
            <a:xfrm>
              <a:off x="6697202" y="6035613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1"/>
            <p:cNvSpPr/>
            <p:nvPr/>
          </p:nvSpPr>
          <p:spPr>
            <a:xfrm>
              <a:off x="8703903" y="6317013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1"/>
            <p:cNvSpPr/>
            <p:nvPr/>
          </p:nvSpPr>
          <p:spPr>
            <a:xfrm rot="-682168">
              <a:off x="9311048" y="5536832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1"/>
            <p:cNvSpPr/>
            <p:nvPr/>
          </p:nvSpPr>
          <p:spPr>
            <a:xfrm rot="-738506">
              <a:off x="9212283" y="4661575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1"/>
            <p:cNvSpPr/>
            <p:nvPr/>
          </p:nvSpPr>
          <p:spPr>
            <a:xfrm rot="664413">
              <a:off x="7979020" y="5454306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4" name="Google Shape;3034;p1"/>
            <p:cNvSpPr/>
            <p:nvPr/>
          </p:nvSpPr>
          <p:spPr>
            <a:xfrm>
              <a:off x="6744095" y="5152041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2" name="Google Shape;3032;p1"/>
            <p:cNvSpPr/>
            <p:nvPr/>
          </p:nvSpPr>
          <p:spPr>
            <a:xfrm>
              <a:off x="8365780" y="4220896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1"/>
            <p:cNvSpPr/>
            <p:nvPr/>
          </p:nvSpPr>
          <p:spPr>
            <a:xfrm>
              <a:off x="11094619" y="4394934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1"/>
            <p:cNvSpPr/>
            <p:nvPr/>
          </p:nvSpPr>
          <p:spPr>
            <a:xfrm>
              <a:off x="11268075" y="5547022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1"/>
            <p:cNvSpPr/>
            <p:nvPr/>
          </p:nvSpPr>
          <p:spPr>
            <a:xfrm>
              <a:off x="10806705" y="6338559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1" name="Google Shape;3011;p1"/>
            <p:cNvSpPr/>
            <p:nvPr/>
          </p:nvSpPr>
          <p:spPr>
            <a:xfrm>
              <a:off x="2767083" y="5743225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4" name="Google Shape;3014;p1"/>
            <p:cNvSpPr/>
            <p:nvPr/>
          </p:nvSpPr>
          <p:spPr>
            <a:xfrm>
              <a:off x="3617811" y="5196936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8" name="Google Shape;3008;p1"/>
            <p:cNvSpPr/>
            <p:nvPr/>
          </p:nvSpPr>
          <p:spPr>
            <a:xfrm>
              <a:off x="2846996" y="5227529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88" name="Google Shape;3088;p1"/>
            <p:cNvCxnSpPr>
              <a:stCxn id="3008" idx="2"/>
              <a:endCxn id="3037" idx="7"/>
            </p:cNvCxnSpPr>
            <p:nvPr/>
          </p:nvCxnSpPr>
          <p:spPr>
            <a:xfrm flipH="1">
              <a:off x="2156696" y="5282393"/>
              <a:ext cx="690300" cy="324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9" name="Google Shape;3089;p1"/>
            <p:cNvCxnSpPr>
              <a:stCxn id="3005" idx="4"/>
              <a:endCxn id="3041" idx="1"/>
            </p:cNvCxnSpPr>
            <p:nvPr/>
          </p:nvCxnSpPr>
          <p:spPr>
            <a:xfrm>
              <a:off x="1096284" y="5604901"/>
              <a:ext cx="305100" cy="663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44" name="Google Shape;3044;p1"/>
            <p:cNvSpPr/>
            <p:nvPr/>
          </p:nvSpPr>
          <p:spPr>
            <a:xfrm>
              <a:off x="310328" y="6119561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90" name="Google Shape;3090;p1"/>
            <p:cNvCxnSpPr>
              <a:stCxn id="3044" idx="3"/>
            </p:cNvCxnSpPr>
            <p:nvPr/>
          </p:nvCxnSpPr>
          <p:spPr>
            <a:xfrm flipH="1">
              <a:off x="200397" y="6213220"/>
              <a:ext cx="126000" cy="176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1" name="Google Shape;3091;p1"/>
            <p:cNvCxnSpPr>
              <a:stCxn id="3044" idx="2"/>
            </p:cNvCxnSpPr>
            <p:nvPr/>
          </p:nvCxnSpPr>
          <p:spPr>
            <a:xfrm flipH="1">
              <a:off x="-29572" y="6174425"/>
              <a:ext cx="339900" cy="78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2" name="Google Shape;3092;p1"/>
            <p:cNvCxnSpPr>
              <a:stCxn id="3044" idx="1"/>
            </p:cNvCxnSpPr>
            <p:nvPr/>
          </p:nvCxnSpPr>
          <p:spPr>
            <a:xfrm rot="10800000">
              <a:off x="-29703" y="5770830"/>
              <a:ext cx="356100" cy="364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3" name="Google Shape;3093;p1"/>
            <p:cNvCxnSpPr>
              <a:endCxn id="3005" idx="2"/>
            </p:cNvCxnSpPr>
            <p:nvPr/>
          </p:nvCxnSpPr>
          <p:spPr>
            <a:xfrm>
              <a:off x="-106812" y="5410705"/>
              <a:ext cx="1120800" cy="111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4" name="Google Shape;3094;p1"/>
            <p:cNvCxnSpPr>
              <a:endCxn id="3027" idx="3"/>
            </p:cNvCxnSpPr>
            <p:nvPr/>
          </p:nvCxnSpPr>
          <p:spPr>
            <a:xfrm flipH="1" rot="10800000">
              <a:off x="5350678" y="6088314"/>
              <a:ext cx="293700" cy="30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5" name="Google Shape;3095;p1"/>
            <p:cNvCxnSpPr>
              <a:stCxn id="3005" idx="1"/>
              <a:endCxn id="3096" idx="4"/>
            </p:cNvCxnSpPr>
            <p:nvPr/>
          </p:nvCxnSpPr>
          <p:spPr>
            <a:xfrm rot="10800000">
              <a:off x="815492" y="4917813"/>
              <a:ext cx="222600" cy="546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96" name="Google Shape;3096;p1"/>
            <p:cNvSpPr/>
            <p:nvPr/>
          </p:nvSpPr>
          <p:spPr>
            <a:xfrm rot="-1036530">
              <a:off x="737067" y="4799658"/>
              <a:ext cx="121012" cy="12101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97" name="Google Shape;3097;p1"/>
            <p:cNvCxnSpPr>
              <a:stCxn id="3096" idx="6"/>
              <a:endCxn id="3006" idx="1"/>
            </p:cNvCxnSpPr>
            <p:nvPr/>
          </p:nvCxnSpPr>
          <p:spPr>
            <a:xfrm flipH="1" rot="10800000">
              <a:off x="855349" y="4200796"/>
              <a:ext cx="1524300" cy="641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8" name="Google Shape;3098;p1"/>
            <p:cNvCxnSpPr>
              <a:endCxn id="3096" idx="2"/>
            </p:cNvCxnSpPr>
            <p:nvPr/>
          </p:nvCxnSpPr>
          <p:spPr>
            <a:xfrm flipH="1" rot="10800000">
              <a:off x="-73203" y="4878132"/>
              <a:ext cx="813000" cy="35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99" name="Google Shape;3099;p1"/>
          <p:cNvGrpSpPr/>
          <p:nvPr/>
        </p:nvGrpSpPr>
        <p:grpSpPr>
          <a:xfrm rot="10800000">
            <a:off x="-22176" y="-89633"/>
            <a:ext cx="12236370" cy="2534066"/>
            <a:chOff x="-29703" y="3947539"/>
            <a:chExt cx="12236370" cy="2534066"/>
          </a:xfrm>
        </p:grpSpPr>
        <p:cxnSp>
          <p:nvCxnSpPr>
            <p:cNvPr id="3100" name="Google Shape;3100;p1"/>
            <p:cNvCxnSpPr>
              <a:stCxn id="3101" idx="7"/>
              <a:endCxn id="3102" idx="2"/>
            </p:cNvCxnSpPr>
            <p:nvPr/>
          </p:nvCxnSpPr>
          <p:spPr>
            <a:xfrm flipH="1" rot="10800000">
              <a:off x="1154476" y="4383213"/>
              <a:ext cx="1341900" cy="108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3" name="Google Shape;3103;p1"/>
            <p:cNvCxnSpPr>
              <a:stCxn id="3102" idx="4"/>
              <a:endCxn id="3104" idx="1"/>
            </p:cNvCxnSpPr>
            <p:nvPr/>
          </p:nvCxnSpPr>
          <p:spPr>
            <a:xfrm>
              <a:off x="2599299" y="4437452"/>
              <a:ext cx="263700" cy="80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5" name="Google Shape;3105;p1"/>
            <p:cNvCxnSpPr>
              <a:stCxn id="3106" idx="2"/>
              <a:endCxn id="3107" idx="6"/>
            </p:cNvCxnSpPr>
            <p:nvPr/>
          </p:nvCxnSpPr>
          <p:spPr>
            <a:xfrm rot="10800000">
              <a:off x="2931613" y="5825465"/>
              <a:ext cx="758700" cy="304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8" name="Google Shape;3108;p1"/>
            <p:cNvCxnSpPr>
              <a:stCxn id="3104" idx="5"/>
              <a:endCxn id="3106" idx="1"/>
            </p:cNvCxnSpPr>
            <p:nvPr/>
          </p:nvCxnSpPr>
          <p:spPr>
            <a:xfrm>
              <a:off x="2940655" y="5321188"/>
              <a:ext cx="775200" cy="74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09" name="Google Shape;3109;p1"/>
            <p:cNvCxnSpPr>
              <a:stCxn id="3102" idx="5"/>
              <a:endCxn id="3110" idx="1"/>
            </p:cNvCxnSpPr>
            <p:nvPr/>
          </p:nvCxnSpPr>
          <p:spPr>
            <a:xfrm>
              <a:off x="2647708" y="4397155"/>
              <a:ext cx="986100" cy="816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1" name="Google Shape;3111;p1"/>
            <p:cNvCxnSpPr>
              <a:stCxn id="3106" idx="0"/>
              <a:endCxn id="3110" idx="4"/>
            </p:cNvCxnSpPr>
            <p:nvPr/>
          </p:nvCxnSpPr>
          <p:spPr>
            <a:xfrm rot="10800000">
              <a:off x="3672641" y="5306737"/>
              <a:ext cx="104400" cy="736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2" name="Google Shape;3112;p1"/>
            <p:cNvCxnSpPr>
              <a:stCxn id="3104" idx="3"/>
              <a:endCxn id="3107" idx="0"/>
            </p:cNvCxnSpPr>
            <p:nvPr/>
          </p:nvCxnSpPr>
          <p:spPr>
            <a:xfrm flipH="1">
              <a:off x="2849265" y="5321188"/>
              <a:ext cx="13800" cy="422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3" name="Google Shape;3113;p1"/>
            <p:cNvCxnSpPr>
              <a:stCxn id="3102" idx="6"/>
              <a:endCxn id="3114" idx="1"/>
            </p:cNvCxnSpPr>
            <p:nvPr/>
          </p:nvCxnSpPr>
          <p:spPr>
            <a:xfrm>
              <a:off x="2653443" y="4334430"/>
              <a:ext cx="2141400" cy="180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5" name="Google Shape;3115;p1"/>
            <p:cNvCxnSpPr>
              <a:stCxn id="3106" idx="7"/>
              <a:endCxn id="3114" idx="3"/>
            </p:cNvCxnSpPr>
            <p:nvPr/>
          </p:nvCxnSpPr>
          <p:spPr>
            <a:xfrm flipH="1" rot="10800000">
              <a:off x="3838367" y="4631939"/>
              <a:ext cx="956700" cy="1436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6" name="Google Shape;3116;p1"/>
            <p:cNvCxnSpPr>
              <a:stCxn id="3104" idx="6"/>
              <a:endCxn id="3110" idx="2"/>
            </p:cNvCxnSpPr>
            <p:nvPr/>
          </p:nvCxnSpPr>
          <p:spPr>
            <a:xfrm flipH="1" rot="10800000">
              <a:off x="2956724" y="5251793"/>
              <a:ext cx="661200" cy="30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7" name="Google Shape;3117;p1"/>
            <p:cNvCxnSpPr>
              <a:stCxn id="3118" idx="0"/>
              <a:endCxn id="3107" idx="4"/>
            </p:cNvCxnSpPr>
            <p:nvPr/>
          </p:nvCxnSpPr>
          <p:spPr>
            <a:xfrm flipH="1" rot="10800000">
              <a:off x="2774163" y="5907686"/>
              <a:ext cx="75300" cy="373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19" name="Google Shape;3119;p1"/>
            <p:cNvCxnSpPr>
              <a:stCxn id="3110" idx="6"/>
              <a:endCxn id="3114" idx="2"/>
            </p:cNvCxnSpPr>
            <p:nvPr/>
          </p:nvCxnSpPr>
          <p:spPr>
            <a:xfrm flipH="1" rot="10800000">
              <a:off x="3727539" y="4573800"/>
              <a:ext cx="1043400" cy="678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0" name="Google Shape;3120;p1"/>
            <p:cNvCxnSpPr>
              <a:stCxn id="3121" idx="7"/>
              <a:endCxn id="3114" idx="4"/>
            </p:cNvCxnSpPr>
            <p:nvPr/>
          </p:nvCxnSpPr>
          <p:spPr>
            <a:xfrm flipH="1" rot="10800000">
              <a:off x="4614954" y="4655821"/>
              <a:ext cx="238200" cy="1275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2" name="Google Shape;3122;p1"/>
            <p:cNvCxnSpPr>
              <a:stCxn id="3123" idx="1"/>
              <a:endCxn id="3114" idx="5"/>
            </p:cNvCxnSpPr>
            <p:nvPr/>
          </p:nvCxnSpPr>
          <p:spPr>
            <a:xfrm rot="10800000">
              <a:off x="4911478" y="4631924"/>
              <a:ext cx="732900" cy="1378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4" name="Google Shape;3124;p1"/>
            <p:cNvCxnSpPr>
              <a:stCxn id="3123" idx="0"/>
              <a:endCxn id="3125" idx="4"/>
            </p:cNvCxnSpPr>
            <p:nvPr/>
          </p:nvCxnSpPr>
          <p:spPr>
            <a:xfrm rot="10800000">
              <a:off x="5674173" y="5247355"/>
              <a:ext cx="9000" cy="747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6" name="Google Shape;3126;p1"/>
            <p:cNvCxnSpPr>
              <a:stCxn id="3125" idx="2"/>
              <a:endCxn id="3114" idx="6"/>
            </p:cNvCxnSpPr>
            <p:nvPr/>
          </p:nvCxnSpPr>
          <p:spPr>
            <a:xfrm rot="10800000">
              <a:off x="4935362" y="4573657"/>
              <a:ext cx="656400" cy="591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7" name="Google Shape;3127;p1"/>
            <p:cNvCxnSpPr>
              <a:stCxn id="3125" idx="7"/>
              <a:endCxn id="3128" idx="2"/>
            </p:cNvCxnSpPr>
            <p:nvPr/>
          </p:nvCxnSpPr>
          <p:spPr>
            <a:xfrm flipH="1" rot="10800000">
              <a:off x="5732250" y="4002465"/>
              <a:ext cx="1767300" cy="1104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9" name="Google Shape;3129;p1"/>
            <p:cNvCxnSpPr>
              <a:stCxn id="3125" idx="6"/>
              <a:endCxn id="3130" idx="2"/>
            </p:cNvCxnSpPr>
            <p:nvPr/>
          </p:nvCxnSpPr>
          <p:spPr>
            <a:xfrm>
              <a:off x="5756354" y="5164957"/>
              <a:ext cx="987600" cy="6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1" name="Google Shape;3131;p1"/>
            <p:cNvCxnSpPr>
              <a:stCxn id="3130" idx="7"/>
              <a:endCxn id="3128" idx="3"/>
            </p:cNvCxnSpPr>
            <p:nvPr/>
          </p:nvCxnSpPr>
          <p:spPr>
            <a:xfrm flipH="1" rot="10800000">
              <a:off x="6884583" y="4041245"/>
              <a:ext cx="630900" cy="1134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2" name="Google Shape;3132;p1"/>
            <p:cNvCxnSpPr>
              <a:stCxn id="3133" idx="0"/>
              <a:endCxn id="3102" idx="3"/>
            </p:cNvCxnSpPr>
            <p:nvPr/>
          </p:nvCxnSpPr>
          <p:spPr>
            <a:xfrm flipH="1" rot="10800000">
              <a:off x="2095501" y="4431757"/>
              <a:ext cx="441000" cy="1149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4" name="Google Shape;3134;p1"/>
            <p:cNvCxnSpPr>
              <a:stCxn id="3107" idx="2"/>
              <a:endCxn id="3133" idx="6"/>
            </p:cNvCxnSpPr>
            <p:nvPr/>
          </p:nvCxnSpPr>
          <p:spPr>
            <a:xfrm rot="10800000">
              <a:off x="2182083" y="5668321"/>
              <a:ext cx="585000" cy="157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5" name="Google Shape;3135;p1"/>
            <p:cNvCxnSpPr>
              <a:stCxn id="3118" idx="1"/>
              <a:endCxn id="3133" idx="5"/>
            </p:cNvCxnSpPr>
            <p:nvPr/>
          </p:nvCxnSpPr>
          <p:spPr>
            <a:xfrm rot="10800000">
              <a:off x="2156771" y="5729590"/>
              <a:ext cx="559200" cy="576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6" name="Google Shape;3136;p1"/>
            <p:cNvCxnSpPr>
              <a:stCxn id="3137" idx="7"/>
              <a:endCxn id="3133" idx="3"/>
            </p:cNvCxnSpPr>
            <p:nvPr/>
          </p:nvCxnSpPr>
          <p:spPr>
            <a:xfrm flipH="1" rot="10800000">
              <a:off x="1478954" y="5729850"/>
              <a:ext cx="555300" cy="442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8" name="Google Shape;3138;p1"/>
            <p:cNvCxnSpPr>
              <a:stCxn id="3101" idx="6"/>
              <a:endCxn id="3133" idx="2"/>
            </p:cNvCxnSpPr>
            <p:nvPr/>
          </p:nvCxnSpPr>
          <p:spPr>
            <a:xfrm>
              <a:off x="1178580" y="5522605"/>
              <a:ext cx="830100" cy="145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9" name="Google Shape;3139;p1"/>
            <p:cNvCxnSpPr>
              <a:stCxn id="3140" idx="7"/>
              <a:endCxn id="3101" idx="3"/>
            </p:cNvCxnSpPr>
            <p:nvPr/>
          </p:nvCxnSpPr>
          <p:spPr>
            <a:xfrm flipH="1" rot="10800000">
              <a:off x="403987" y="5580930"/>
              <a:ext cx="634200" cy="554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1" name="Google Shape;3141;p1"/>
            <p:cNvCxnSpPr>
              <a:stCxn id="3140" idx="6"/>
              <a:endCxn id="3137" idx="2"/>
            </p:cNvCxnSpPr>
            <p:nvPr/>
          </p:nvCxnSpPr>
          <p:spPr>
            <a:xfrm>
              <a:off x="420056" y="6174425"/>
              <a:ext cx="965100" cy="36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2" name="Google Shape;3142;p1"/>
            <p:cNvCxnSpPr>
              <a:stCxn id="3140" idx="5"/>
            </p:cNvCxnSpPr>
            <p:nvPr/>
          </p:nvCxnSpPr>
          <p:spPr>
            <a:xfrm>
              <a:off x="403987" y="6213220"/>
              <a:ext cx="159900" cy="150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3" name="Google Shape;3143;p1"/>
            <p:cNvCxnSpPr>
              <a:stCxn id="3137" idx="4"/>
            </p:cNvCxnSpPr>
            <p:nvPr/>
          </p:nvCxnSpPr>
          <p:spPr>
            <a:xfrm>
              <a:off x="1440159" y="6266309"/>
              <a:ext cx="0" cy="120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4" name="Google Shape;3144;p1"/>
            <p:cNvCxnSpPr>
              <a:stCxn id="3137" idx="6"/>
              <a:endCxn id="3118" idx="2"/>
            </p:cNvCxnSpPr>
            <p:nvPr/>
          </p:nvCxnSpPr>
          <p:spPr>
            <a:xfrm>
              <a:off x="1495023" y="6211445"/>
              <a:ext cx="11967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5" name="Google Shape;3145;p1"/>
            <p:cNvCxnSpPr>
              <a:stCxn id="3118" idx="6"/>
              <a:endCxn id="3106" idx="3"/>
            </p:cNvCxnSpPr>
            <p:nvPr/>
          </p:nvCxnSpPr>
          <p:spPr>
            <a:xfrm flipH="1" rot="10800000">
              <a:off x="2856459" y="6191282"/>
              <a:ext cx="859200" cy="17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6" name="Google Shape;3146;p1"/>
            <p:cNvCxnSpPr>
              <a:stCxn id="3121" idx="2"/>
              <a:endCxn id="3106" idx="6"/>
            </p:cNvCxnSpPr>
            <p:nvPr/>
          </p:nvCxnSpPr>
          <p:spPr>
            <a:xfrm flipH="1">
              <a:off x="3863695" y="5970216"/>
              <a:ext cx="657600" cy="159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7" name="Google Shape;3147;p1"/>
            <p:cNvCxnSpPr>
              <a:endCxn id="3106" idx="5"/>
            </p:cNvCxnSpPr>
            <p:nvPr/>
          </p:nvCxnSpPr>
          <p:spPr>
            <a:xfrm rot="10800000">
              <a:off x="3838367" y="6191291"/>
              <a:ext cx="345600" cy="240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8" name="Google Shape;3148;p1"/>
            <p:cNvCxnSpPr>
              <a:endCxn id="3106" idx="4"/>
            </p:cNvCxnSpPr>
            <p:nvPr/>
          </p:nvCxnSpPr>
          <p:spPr>
            <a:xfrm flipH="1" rot="10800000">
              <a:off x="3690341" y="6216693"/>
              <a:ext cx="86700" cy="205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9" name="Google Shape;3149;p1"/>
            <p:cNvCxnSpPr>
              <a:endCxn id="3121" idx="4"/>
            </p:cNvCxnSpPr>
            <p:nvPr/>
          </p:nvCxnSpPr>
          <p:spPr>
            <a:xfrm rot="10800000">
              <a:off x="4576159" y="6025080"/>
              <a:ext cx="117300" cy="366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0" name="Google Shape;3150;p1"/>
            <p:cNvCxnSpPr>
              <a:stCxn id="3123" idx="2"/>
              <a:endCxn id="3121" idx="6"/>
            </p:cNvCxnSpPr>
            <p:nvPr/>
          </p:nvCxnSpPr>
          <p:spPr>
            <a:xfrm rot="10800000">
              <a:off x="4631109" y="5970319"/>
              <a:ext cx="997200" cy="79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1" name="Google Shape;3151;p1"/>
            <p:cNvCxnSpPr>
              <a:stCxn id="3123" idx="4"/>
            </p:cNvCxnSpPr>
            <p:nvPr/>
          </p:nvCxnSpPr>
          <p:spPr>
            <a:xfrm>
              <a:off x="5683173" y="6104383"/>
              <a:ext cx="0" cy="259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2" name="Google Shape;3152;p1"/>
            <p:cNvCxnSpPr>
              <a:stCxn id="3153" idx="3"/>
            </p:cNvCxnSpPr>
            <p:nvPr/>
          </p:nvCxnSpPr>
          <p:spPr>
            <a:xfrm flipH="1">
              <a:off x="6499306" y="6176101"/>
              <a:ext cx="222000" cy="256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4" name="Google Shape;3154;p1"/>
            <p:cNvCxnSpPr>
              <a:stCxn id="3153" idx="2"/>
              <a:endCxn id="3123" idx="6"/>
            </p:cNvCxnSpPr>
            <p:nvPr/>
          </p:nvCxnSpPr>
          <p:spPr>
            <a:xfrm rot="10800000">
              <a:off x="5738102" y="6049509"/>
              <a:ext cx="959100" cy="68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5" name="Google Shape;3155;p1"/>
            <p:cNvCxnSpPr>
              <a:stCxn id="3130" idx="4"/>
              <a:endCxn id="3153" idx="0"/>
            </p:cNvCxnSpPr>
            <p:nvPr/>
          </p:nvCxnSpPr>
          <p:spPr>
            <a:xfrm flipH="1">
              <a:off x="6779591" y="5316633"/>
              <a:ext cx="46800" cy="719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6" name="Google Shape;3156;p1"/>
            <p:cNvCxnSpPr>
              <a:stCxn id="3157" idx="3"/>
              <a:endCxn id="3153" idx="7"/>
            </p:cNvCxnSpPr>
            <p:nvPr/>
          </p:nvCxnSpPr>
          <p:spPr>
            <a:xfrm flipH="1">
              <a:off x="6837731" y="5582534"/>
              <a:ext cx="1155300" cy="477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8" name="Google Shape;3158;p1"/>
            <p:cNvCxnSpPr>
              <a:stCxn id="3157" idx="2"/>
              <a:endCxn id="3130" idx="6"/>
            </p:cNvCxnSpPr>
            <p:nvPr/>
          </p:nvCxnSpPr>
          <p:spPr>
            <a:xfrm rot="10800000">
              <a:off x="6908652" y="5234295"/>
              <a:ext cx="1071900" cy="286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9" name="Google Shape;3159;p1"/>
            <p:cNvCxnSpPr>
              <a:stCxn id="3157" idx="1"/>
              <a:endCxn id="3128" idx="4"/>
            </p:cNvCxnSpPr>
            <p:nvPr/>
          </p:nvCxnSpPr>
          <p:spPr>
            <a:xfrm rot="10800000">
              <a:off x="7554284" y="4057417"/>
              <a:ext cx="461100" cy="1410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0" name="Google Shape;3160;p1"/>
            <p:cNvCxnSpPr>
              <a:stCxn id="3161" idx="1"/>
              <a:endCxn id="3128" idx="5"/>
            </p:cNvCxnSpPr>
            <p:nvPr/>
          </p:nvCxnSpPr>
          <p:spPr>
            <a:xfrm rot="10800000">
              <a:off x="7593131" y="4041210"/>
              <a:ext cx="1727100" cy="1520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2" name="Google Shape;3162;p1"/>
            <p:cNvCxnSpPr>
              <a:stCxn id="3161" idx="0"/>
              <a:endCxn id="3163" idx="4"/>
            </p:cNvCxnSpPr>
            <p:nvPr/>
          </p:nvCxnSpPr>
          <p:spPr>
            <a:xfrm rot="10800000">
              <a:off x="9312196" y="4824209"/>
              <a:ext cx="42900" cy="713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4" name="Google Shape;3164;p1"/>
            <p:cNvCxnSpPr>
              <a:stCxn id="3165" idx="0"/>
              <a:endCxn id="3166" idx="4"/>
            </p:cNvCxnSpPr>
            <p:nvPr/>
          </p:nvCxnSpPr>
          <p:spPr>
            <a:xfrm rot="10800000">
              <a:off x="11176971" y="4559422"/>
              <a:ext cx="173400" cy="98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7" name="Google Shape;3167;p1"/>
            <p:cNvCxnSpPr>
              <a:endCxn id="3166" idx="5"/>
            </p:cNvCxnSpPr>
            <p:nvPr/>
          </p:nvCxnSpPr>
          <p:spPr>
            <a:xfrm rot="10800000">
              <a:off x="11235107" y="4535422"/>
              <a:ext cx="957000" cy="732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8" name="Google Shape;3168;p1"/>
            <p:cNvCxnSpPr>
              <a:endCxn id="3165" idx="6"/>
            </p:cNvCxnSpPr>
            <p:nvPr/>
          </p:nvCxnSpPr>
          <p:spPr>
            <a:xfrm rot="10800000">
              <a:off x="11432667" y="5629318"/>
              <a:ext cx="774000" cy="308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9" name="Google Shape;3169;p1"/>
            <p:cNvCxnSpPr>
              <a:endCxn id="3170" idx="6"/>
            </p:cNvCxnSpPr>
            <p:nvPr/>
          </p:nvCxnSpPr>
          <p:spPr>
            <a:xfrm flipH="1">
              <a:off x="10916433" y="6200223"/>
              <a:ext cx="1290000" cy="1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1" name="Google Shape;3171;p1"/>
            <p:cNvCxnSpPr>
              <a:stCxn id="3170" idx="3"/>
              <a:endCxn id="3172" idx="6"/>
            </p:cNvCxnSpPr>
            <p:nvPr/>
          </p:nvCxnSpPr>
          <p:spPr>
            <a:xfrm rot="10800000">
              <a:off x="8868574" y="6399218"/>
              <a:ext cx="1954200" cy="33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3" name="Google Shape;3173;p1"/>
            <p:cNvCxnSpPr>
              <a:stCxn id="3170" idx="1"/>
              <a:endCxn id="3161" idx="5"/>
            </p:cNvCxnSpPr>
            <p:nvPr/>
          </p:nvCxnSpPr>
          <p:spPr>
            <a:xfrm rot="10800000">
              <a:off x="9411574" y="5622028"/>
              <a:ext cx="1411200" cy="732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4" name="Google Shape;3174;p1"/>
            <p:cNvCxnSpPr>
              <a:stCxn id="3165" idx="2"/>
              <a:endCxn id="3161" idx="6"/>
            </p:cNvCxnSpPr>
            <p:nvPr/>
          </p:nvCxnSpPr>
          <p:spPr>
            <a:xfrm rot="10800000">
              <a:off x="9419775" y="5581018"/>
              <a:ext cx="1848300" cy="48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5" name="Google Shape;3175;p1"/>
            <p:cNvCxnSpPr>
              <a:stCxn id="3166" idx="3"/>
              <a:endCxn id="3161" idx="7"/>
            </p:cNvCxnSpPr>
            <p:nvPr/>
          </p:nvCxnSpPr>
          <p:spPr>
            <a:xfrm flipH="1">
              <a:off x="9396423" y="4535422"/>
              <a:ext cx="1722300" cy="1010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6" name="Google Shape;3176;p1"/>
            <p:cNvCxnSpPr>
              <a:stCxn id="3166" idx="2"/>
              <a:endCxn id="3163" idx="6"/>
            </p:cNvCxnSpPr>
            <p:nvPr/>
          </p:nvCxnSpPr>
          <p:spPr>
            <a:xfrm flipH="1">
              <a:off x="9375019" y="4477230"/>
              <a:ext cx="1719600" cy="249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7" name="Google Shape;3177;p1"/>
            <p:cNvCxnSpPr>
              <a:stCxn id="3163" idx="1"/>
              <a:endCxn id="3128" idx="6"/>
            </p:cNvCxnSpPr>
            <p:nvPr/>
          </p:nvCxnSpPr>
          <p:spPr>
            <a:xfrm rot="10800000">
              <a:off x="7609219" y="4002522"/>
              <a:ext cx="1616100" cy="696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8" name="Google Shape;3178;p1"/>
            <p:cNvCxnSpPr>
              <a:stCxn id="3161" idx="2"/>
              <a:endCxn id="3157" idx="6"/>
            </p:cNvCxnSpPr>
            <p:nvPr/>
          </p:nvCxnSpPr>
          <p:spPr>
            <a:xfrm rot="10800000">
              <a:off x="8142125" y="5552412"/>
              <a:ext cx="1170000" cy="50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9" name="Google Shape;3179;p1"/>
            <p:cNvCxnSpPr>
              <a:stCxn id="3172" idx="1"/>
              <a:endCxn id="3157" idx="5"/>
            </p:cNvCxnSpPr>
            <p:nvPr/>
          </p:nvCxnSpPr>
          <p:spPr>
            <a:xfrm rot="10800000">
              <a:off x="8107307" y="5604917"/>
              <a:ext cx="620700" cy="736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0" name="Google Shape;3180;p1"/>
            <p:cNvCxnSpPr>
              <a:stCxn id="3157" idx="4"/>
            </p:cNvCxnSpPr>
            <p:nvPr/>
          </p:nvCxnSpPr>
          <p:spPr>
            <a:xfrm flipH="1">
              <a:off x="7734109" y="5617366"/>
              <a:ext cx="311400" cy="814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1" name="Google Shape;3181;p1"/>
            <p:cNvCxnSpPr>
              <a:stCxn id="3153" idx="5"/>
            </p:cNvCxnSpPr>
            <p:nvPr/>
          </p:nvCxnSpPr>
          <p:spPr>
            <a:xfrm>
              <a:off x="6837690" y="6176101"/>
              <a:ext cx="241500" cy="256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2" name="Google Shape;3182;p1"/>
            <p:cNvCxnSpPr>
              <a:stCxn id="3172" idx="7"/>
              <a:endCxn id="3161" idx="3"/>
            </p:cNvCxnSpPr>
            <p:nvPr/>
          </p:nvCxnSpPr>
          <p:spPr>
            <a:xfrm flipH="1" rot="10800000">
              <a:off x="8844391" y="5637317"/>
              <a:ext cx="491100" cy="703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3" name="Google Shape;3183;p1"/>
            <p:cNvCxnSpPr>
              <a:stCxn id="3123" idx="7"/>
              <a:endCxn id="3130" idx="3"/>
            </p:cNvCxnSpPr>
            <p:nvPr/>
          </p:nvCxnSpPr>
          <p:spPr>
            <a:xfrm flipH="1" rot="10800000">
              <a:off x="5721968" y="5292524"/>
              <a:ext cx="1046100" cy="718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4" name="Google Shape;3184;p1"/>
            <p:cNvCxnSpPr>
              <a:stCxn id="3170" idx="7"/>
              <a:endCxn id="3165" idx="4"/>
            </p:cNvCxnSpPr>
            <p:nvPr/>
          </p:nvCxnSpPr>
          <p:spPr>
            <a:xfrm flipH="1" rot="10800000">
              <a:off x="10900364" y="5711728"/>
              <a:ext cx="450000" cy="642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02" name="Google Shape;3102;p1"/>
            <p:cNvSpPr/>
            <p:nvPr/>
          </p:nvSpPr>
          <p:spPr>
            <a:xfrm rot="-1036530">
              <a:off x="2492564" y="4276573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3" name="Google Shape;3133;p1"/>
            <p:cNvSpPr/>
            <p:nvPr/>
          </p:nvSpPr>
          <p:spPr>
            <a:xfrm>
              <a:off x="2008773" y="5581657"/>
              <a:ext cx="173456" cy="17345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1"/>
            <p:cNvSpPr/>
            <p:nvPr/>
          </p:nvSpPr>
          <p:spPr>
            <a:xfrm>
              <a:off x="1013988" y="5440309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7" name="Google Shape;3137;p1"/>
            <p:cNvSpPr/>
            <p:nvPr/>
          </p:nvSpPr>
          <p:spPr>
            <a:xfrm>
              <a:off x="1385295" y="6156581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1"/>
            <p:cNvSpPr/>
            <p:nvPr/>
          </p:nvSpPr>
          <p:spPr>
            <a:xfrm>
              <a:off x="2691867" y="6281486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1"/>
            <p:cNvSpPr/>
            <p:nvPr/>
          </p:nvSpPr>
          <p:spPr>
            <a:xfrm>
              <a:off x="3690313" y="6043237"/>
              <a:ext cx="173456" cy="17345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1"/>
            <p:cNvSpPr/>
            <p:nvPr/>
          </p:nvSpPr>
          <p:spPr>
            <a:xfrm>
              <a:off x="4521295" y="5915352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1"/>
            <p:cNvSpPr/>
            <p:nvPr/>
          </p:nvSpPr>
          <p:spPr>
            <a:xfrm>
              <a:off x="4770867" y="4491373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5" name="Google Shape;3125;p1"/>
            <p:cNvSpPr/>
            <p:nvPr/>
          </p:nvSpPr>
          <p:spPr>
            <a:xfrm>
              <a:off x="5591762" y="5082661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1"/>
            <p:cNvSpPr/>
            <p:nvPr/>
          </p:nvSpPr>
          <p:spPr>
            <a:xfrm>
              <a:off x="5628309" y="5994655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1"/>
            <p:cNvSpPr/>
            <p:nvPr/>
          </p:nvSpPr>
          <p:spPr>
            <a:xfrm>
              <a:off x="6697202" y="6035613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2" name="Google Shape;3172;p1"/>
            <p:cNvSpPr/>
            <p:nvPr/>
          </p:nvSpPr>
          <p:spPr>
            <a:xfrm>
              <a:off x="8703903" y="6317013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1" name="Google Shape;3161;p1"/>
            <p:cNvSpPr/>
            <p:nvPr/>
          </p:nvSpPr>
          <p:spPr>
            <a:xfrm rot="-682168">
              <a:off x="9311048" y="5536832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3" name="Google Shape;3163;p1"/>
            <p:cNvSpPr/>
            <p:nvPr/>
          </p:nvSpPr>
          <p:spPr>
            <a:xfrm rot="-738506">
              <a:off x="9212283" y="4661575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1"/>
            <p:cNvSpPr/>
            <p:nvPr/>
          </p:nvSpPr>
          <p:spPr>
            <a:xfrm rot="664413">
              <a:off x="7979020" y="5454306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0" name="Google Shape;3130;p1"/>
            <p:cNvSpPr/>
            <p:nvPr/>
          </p:nvSpPr>
          <p:spPr>
            <a:xfrm>
              <a:off x="6744095" y="5152041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8" name="Google Shape;3128;p1"/>
            <p:cNvSpPr/>
            <p:nvPr/>
          </p:nvSpPr>
          <p:spPr>
            <a:xfrm>
              <a:off x="7499492" y="3947539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6" name="Google Shape;3166;p1"/>
            <p:cNvSpPr/>
            <p:nvPr/>
          </p:nvSpPr>
          <p:spPr>
            <a:xfrm>
              <a:off x="11094619" y="4394934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1"/>
            <p:cNvSpPr/>
            <p:nvPr/>
          </p:nvSpPr>
          <p:spPr>
            <a:xfrm>
              <a:off x="11268075" y="5547022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0" name="Google Shape;3170;p1"/>
            <p:cNvSpPr/>
            <p:nvPr/>
          </p:nvSpPr>
          <p:spPr>
            <a:xfrm>
              <a:off x="10806705" y="6338559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1"/>
            <p:cNvSpPr/>
            <p:nvPr/>
          </p:nvSpPr>
          <p:spPr>
            <a:xfrm>
              <a:off x="2767083" y="5743225"/>
              <a:ext cx="164592" cy="1645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1"/>
            <p:cNvSpPr/>
            <p:nvPr/>
          </p:nvSpPr>
          <p:spPr>
            <a:xfrm>
              <a:off x="3617811" y="5196936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1"/>
            <p:cNvSpPr/>
            <p:nvPr/>
          </p:nvSpPr>
          <p:spPr>
            <a:xfrm>
              <a:off x="2846996" y="5227529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85" name="Google Shape;3185;p1"/>
            <p:cNvCxnSpPr>
              <a:stCxn id="3104" idx="2"/>
              <a:endCxn id="3133" idx="7"/>
            </p:cNvCxnSpPr>
            <p:nvPr/>
          </p:nvCxnSpPr>
          <p:spPr>
            <a:xfrm flipH="1">
              <a:off x="2156696" y="5282393"/>
              <a:ext cx="690300" cy="324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6" name="Google Shape;3186;p1"/>
            <p:cNvCxnSpPr>
              <a:stCxn id="3101" idx="4"/>
              <a:endCxn id="3137" idx="1"/>
            </p:cNvCxnSpPr>
            <p:nvPr/>
          </p:nvCxnSpPr>
          <p:spPr>
            <a:xfrm>
              <a:off x="1096284" y="5604901"/>
              <a:ext cx="305100" cy="567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40" name="Google Shape;3140;p1"/>
            <p:cNvSpPr/>
            <p:nvPr/>
          </p:nvSpPr>
          <p:spPr>
            <a:xfrm>
              <a:off x="310328" y="6119561"/>
              <a:ext cx="109728" cy="10972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87" name="Google Shape;3187;p1"/>
            <p:cNvCxnSpPr>
              <a:stCxn id="3140" idx="3"/>
            </p:cNvCxnSpPr>
            <p:nvPr/>
          </p:nvCxnSpPr>
          <p:spPr>
            <a:xfrm flipH="1">
              <a:off x="310197" y="6213220"/>
              <a:ext cx="16200" cy="208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8" name="Google Shape;3188;p1"/>
            <p:cNvCxnSpPr>
              <a:stCxn id="3140" idx="2"/>
            </p:cNvCxnSpPr>
            <p:nvPr/>
          </p:nvCxnSpPr>
          <p:spPr>
            <a:xfrm flipH="1">
              <a:off x="-29572" y="6174425"/>
              <a:ext cx="339900" cy="78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9" name="Google Shape;3189;p1"/>
            <p:cNvCxnSpPr>
              <a:stCxn id="3140" idx="1"/>
            </p:cNvCxnSpPr>
            <p:nvPr/>
          </p:nvCxnSpPr>
          <p:spPr>
            <a:xfrm rot="10800000">
              <a:off x="-29703" y="5770830"/>
              <a:ext cx="356100" cy="364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0" name="Google Shape;3190;p1"/>
            <p:cNvCxnSpPr>
              <a:endCxn id="3101" idx="2"/>
            </p:cNvCxnSpPr>
            <p:nvPr/>
          </p:nvCxnSpPr>
          <p:spPr>
            <a:xfrm>
              <a:off x="21888" y="5392405"/>
              <a:ext cx="992100" cy="130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1" name="Google Shape;3191;p1"/>
            <p:cNvCxnSpPr>
              <a:endCxn id="3123" idx="3"/>
            </p:cNvCxnSpPr>
            <p:nvPr/>
          </p:nvCxnSpPr>
          <p:spPr>
            <a:xfrm flipH="1" rot="10800000">
              <a:off x="5315278" y="6088314"/>
              <a:ext cx="329100" cy="27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92" name="Google Shape;3192;p1"/>
          <p:cNvSpPr txBox="1"/>
          <p:nvPr/>
        </p:nvSpPr>
        <p:spPr>
          <a:xfrm>
            <a:off x="1" y="2467159"/>
            <a:ext cx="122140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de </a:t>
            </a: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Digitalización</a:t>
            </a: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Libros</a:t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1"/>
          <p:cNvSpPr txBox="1"/>
          <p:nvPr/>
        </p:nvSpPr>
        <p:spPr>
          <a:xfrm>
            <a:off x="1328400" y="3390500"/>
            <a:ext cx="5715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Grupo Pandebugger</a:t>
            </a:r>
            <a:endParaRPr b="1"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Camilo Andres Lievano Rendon</a:t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Juan Esteban Peña Burgos</a:t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Juan </a:t>
            </a:r>
            <a:r>
              <a:rPr lang="en-US" sz="1600">
                <a:solidFill>
                  <a:schemeClr val="lt1"/>
                </a:solidFill>
              </a:rPr>
              <a:t>Sebastián</a:t>
            </a:r>
            <a:r>
              <a:rPr lang="en-US" sz="1600">
                <a:solidFill>
                  <a:schemeClr val="lt1"/>
                </a:solidFill>
              </a:rPr>
              <a:t> Cabezas Mateus</a:t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7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8" name="Google Shape;3198;p42"/>
          <p:cNvGrpSpPr/>
          <p:nvPr/>
        </p:nvGrpSpPr>
        <p:grpSpPr>
          <a:xfrm>
            <a:off x="-99269" y="5700066"/>
            <a:ext cx="12292717" cy="1219289"/>
            <a:chOff x="-99269" y="5700066"/>
            <a:chExt cx="12292717" cy="1219289"/>
          </a:xfrm>
        </p:grpSpPr>
        <p:cxnSp>
          <p:nvCxnSpPr>
            <p:cNvPr id="3199" name="Google Shape;3199;p42"/>
            <p:cNvCxnSpPr>
              <a:stCxn id="3200" idx="7"/>
              <a:endCxn id="3201" idx="2"/>
            </p:cNvCxnSpPr>
            <p:nvPr/>
          </p:nvCxnSpPr>
          <p:spPr>
            <a:xfrm flipH="1" rot="10800000">
              <a:off x="556364" y="5766262"/>
              <a:ext cx="6339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2" name="Google Shape;3202;p42"/>
            <p:cNvCxnSpPr>
              <a:stCxn id="3201" idx="4"/>
              <a:endCxn id="3203" idx="1"/>
            </p:cNvCxnSpPr>
            <p:nvPr/>
          </p:nvCxnSpPr>
          <p:spPr>
            <a:xfrm>
              <a:off x="1243925" y="5794475"/>
              <a:ext cx="200700" cy="481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4" name="Google Shape;3204;p42"/>
            <p:cNvCxnSpPr>
              <a:stCxn id="3205" idx="2"/>
              <a:endCxn id="3206" idx="6"/>
            </p:cNvCxnSpPr>
            <p:nvPr/>
          </p:nvCxnSpPr>
          <p:spPr>
            <a:xfrm rot="10800000">
              <a:off x="1480134" y="6578153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7" name="Google Shape;3207;p42"/>
            <p:cNvCxnSpPr>
              <a:stCxn id="3203" idx="5"/>
              <a:endCxn id="3205" idx="1"/>
            </p:cNvCxnSpPr>
            <p:nvPr/>
          </p:nvCxnSpPr>
          <p:spPr>
            <a:xfrm>
              <a:off x="1484920" y="6316105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8" name="Google Shape;3208;p42"/>
            <p:cNvCxnSpPr>
              <a:stCxn id="3201" idx="5"/>
              <a:endCxn id="3209" idx="1"/>
            </p:cNvCxnSpPr>
            <p:nvPr/>
          </p:nvCxnSpPr>
          <p:spPr>
            <a:xfrm>
              <a:off x="1269090" y="5773526"/>
              <a:ext cx="576300" cy="48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0" name="Google Shape;3210;p42"/>
            <p:cNvCxnSpPr>
              <a:stCxn id="3205" idx="0"/>
              <a:endCxn id="3209" idx="4"/>
            </p:cNvCxnSpPr>
            <p:nvPr/>
          </p:nvCxnSpPr>
          <p:spPr>
            <a:xfrm rot="10800000">
              <a:off x="1865420" y="6308667"/>
              <a:ext cx="54300" cy="38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1" name="Google Shape;3211;p42"/>
            <p:cNvCxnSpPr>
              <a:stCxn id="3203" idx="3"/>
              <a:endCxn id="3206" idx="0"/>
            </p:cNvCxnSpPr>
            <p:nvPr/>
          </p:nvCxnSpPr>
          <p:spPr>
            <a:xfrm flipH="1">
              <a:off x="1437385" y="6316105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2" name="Google Shape;3212;p42"/>
            <p:cNvCxnSpPr>
              <a:stCxn id="3201" idx="6"/>
              <a:endCxn id="3213" idx="1"/>
            </p:cNvCxnSpPr>
            <p:nvPr/>
          </p:nvCxnSpPr>
          <p:spPr>
            <a:xfrm>
              <a:off x="1272072" y="5740918"/>
              <a:ext cx="1006200" cy="375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4" name="Google Shape;3214;p42"/>
            <p:cNvCxnSpPr>
              <a:stCxn id="3205" idx="7"/>
              <a:endCxn id="3213" idx="3"/>
            </p:cNvCxnSpPr>
            <p:nvPr/>
          </p:nvCxnSpPr>
          <p:spPr>
            <a:xfrm flipH="1" rot="10800000">
              <a:off x="1951601" y="6176672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5" name="Google Shape;3215;p42"/>
            <p:cNvCxnSpPr>
              <a:stCxn id="3203" idx="6"/>
              <a:endCxn id="3209" idx="2"/>
            </p:cNvCxnSpPr>
            <p:nvPr/>
          </p:nvCxnSpPr>
          <p:spPr>
            <a:xfrm flipH="1" rot="10800000">
              <a:off x="1493274" y="6280038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6" name="Google Shape;3216;p42"/>
            <p:cNvCxnSpPr>
              <a:stCxn id="3217" idx="0"/>
              <a:endCxn id="3206" idx="4"/>
            </p:cNvCxnSpPr>
            <p:nvPr/>
          </p:nvCxnSpPr>
          <p:spPr>
            <a:xfrm flipH="1" rot="10800000">
              <a:off x="1398368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8" name="Google Shape;3218;p42"/>
            <p:cNvCxnSpPr>
              <a:stCxn id="3209" idx="6"/>
              <a:endCxn id="3213" idx="2"/>
            </p:cNvCxnSpPr>
            <p:nvPr/>
          </p:nvCxnSpPr>
          <p:spPr>
            <a:xfrm flipH="1" rot="10800000">
              <a:off x="1893987" y="6146534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9" name="Google Shape;3219;p42"/>
            <p:cNvCxnSpPr>
              <a:stCxn id="3220" idx="0"/>
              <a:endCxn id="3213" idx="4"/>
            </p:cNvCxnSpPr>
            <p:nvPr/>
          </p:nvCxnSpPr>
          <p:spPr>
            <a:xfrm rot="10800000">
              <a:off x="2308747" y="6189385"/>
              <a:ext cx="26400" cy="43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1" name="Google Shape;3221;p42"/>
            <p:cNvCxnSpPr>
              <a:stCxn id="3222" idx="1"/>
              <a:endCxn id="3213" idx="5"/>
            </p:cNvCxnSpPr>
            <p:nvPr/>
          </p:nvCxnSpPr>
          <p:spPr>
            <a:xfrm rot="10800000">
              <a:off x="2338767" y="6176865"/>
              <a:ext cx="551700" cy="49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3" name="Google Shape;3223;p42"/>
            <p:cNvCxnSpPr>
              <a:stCxn id="3222" idx="0"/>
              <a:endCxn id="3224" idx="4"/>
            </p:cNvCxnSpPr>
            <p:nvPr/>
          </p:nvCxnSpPr>
          <p:spPr>
            <a:xfrm flipH="1" rot="10800000">
              <a:off x="2910635" y="6013711"/>
              <a:ext cx="111000" cy="65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5" name="Google Shape;3225;p42"/>
            <p:cNvCxnSpPr>
              <a:stCxn id="3224" idx="2"/>
              <a:endCxn id="3213" idx="6"/>
            </p:cNvCxnSpPr>
            <p:nvPr/>
          </p:nvCxnSpPr>
          <p:spPr>
            <a:xfrm flipH="1">
              <a:off x="2351291" y="5970812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6" name="Google Shape;3226;p42"/>
            <p:cNvCxnSpPr>
              <a:stCxn id="3224" idx="7"/>
              <a:endCxn id="3227" idx="2"/>
            </p:cNvCxnSpPr>
            <p:nvPr/>
          </p:nvCxnSpPr>
          <p:spPr>
            <a:xfrm flipH="1" rot="10800000">
              <a:off x="3051924" y="577256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8" name="Google Shape;3228;p42"/>
            <p:cNvCxnSpPr>
              <a:stCxn id="3224" idx="6"/>
              <a:endCxn id="3229" idx="2"/>
            </p:cNvCxnSpPr>
            <p:nvPr/>
          </p:nvCxnSpPr>
          <p:spPr>
            <a:xfrm>
              <a:off x="3064455" y="5970812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0" name="Google Shape;3230;p42"/>
            <p:cNvCxnSpPr>
              <a:stCxn id="3229" idx="7"/>
              <a:endCxn id="3227" idx="3"/>
            </p:cNvCxnSpPr>
            <p:nvPr/>
          </p:nvCxnSpPr>
          <p:spPr>
            <a:xfrm flipH="1" rot="10800000">
              <a:off x="3535194" y="579280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1" name="Google Shape;3231;p42"/>
            <p:cNvCxnSpPr>
              <a:stCxn id="3232" idx="0"/>
              <a:endCxn id="3201" idx="3"/>
            </p:cNvCxnSpPr>
            <p:nvPr/>
          </p:nvCxnSpPr>
          <p:spPr>
            <a:xfrm flipH="1" rot="10800000">
              <a:off x="104556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3" name="Google Shape;3233;p42"/>
            <p:cNvCxnSpPr>
              <a:stCxn id="3206" idx="2"/>
              <a:endCxn id="3232" idx="6"/>
            </p:cNvCxnSpPr>
            <p:nvPr/>
          </p:nvCxnSpPr>
          <p:spPr>
            <a:xfrm rot="10800000">
              <a:off x="1090788" y="6496686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4" name="Google Shape;3234;p42"/>
            <p:cNvCxnSpPr>
              <a:stCxn id="3217" idx="1"/>
              <a:endCxn id="3232" idx="5"/>
            </p:cNvCxnSpPr>
            <p:nvPr/>
          </p:nvCxnSpPr>
          <p:spPr>
            <a:xfrm rot="10800000">
              <a:off x="1077417" y="652845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5" name="Google Shape;3235;p42"/>
            <p:cNvCxnSpPr>
              <a:stCxn id="3236" idx="7"/>
              <a:endCxn id="3232" idx="3"/>
            </p:cNvCxnSpPr>
            <p:nvPr/>
          </p:nvCxnSpPr>
          <p:spPr>
            <a:xfrm flipH="1" rot="10800000">
              <a:off x="725046" y="6528360"/>
              <a:ext cx="288600" cy="279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7" name="Google Shape;3237;p42"/>
            <p:cNvCxnSpPr>
              <a:stCxn id="3200" idx="6"/>
              <a:endCxn id="3232" idx="2"/>
            </p:cNvCxnSpPr>
            <p:nvPr/>
          </p:nvCxnSpPr>
          <p:spPr>
            <a:xfrm>
              <a:off x="568895" y="6420813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8" name="Google Shape;3238;p42"/>
            <p:cNvCxnSpPr>
              <a:stCxn id="3239" idx="7"/>
              <a:endCxn id="3200" idx="3"/>
            </p:cNvCxnSpPr>
            <p:nvPr/>
          </p:nvCxnSpPr>
          <p:spPr>
            <a:xfrm flipH="1" rot="10800000">
              <a:off x="166219" y="6451198"/>
              <a:ext cx="329700" cy="28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0" name="Google Shape;3240;p42"/>
            <p:cNvCxnSpPr>
              <a:stCxn id="3239" idx="6"/>
              <a:endCxn id="3236" idx="2"/>
            </p:cNvCxnSpPr>
            <p:nvPr/>
          </p:nvCxnSpPr>
          <p:spPr>
            <a:xfrm>
              <a:off x="174573" y="6759666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1" name="Google Shape;3241;p42"/>
            <p:cNvCxnSpPr>
              <a:stCxn id="3239" idx="5"/>
            </p:cNvCxnSpPr>
            <p:nvPr/>
          </p:nvCxnSpPr>
          <p:spPr>
            <a:xfrm>
              <a:off x="166219" y="6779833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2" name="Google Shape;3242;p42"/>
            <p:cNvCxnSpPr>
              <a:stCxn id="3236" idx="6"/>
              <a:endCxn id="3217" idx="2"/>
            </p:cNvCxnSpPr>
            <p:nvPr/>
          </p:nvCxnSpPr>
          <p:spPr>
            <a:xfrm>
              <a:off x="733400" y="6828427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3" name="Google Shape;3243;p42"/>
            <p:cNvCxnSpPr>
              <a:stCxn id="3217" idx="6"/>
              <a:endCxn id="3205" idx="3"/>
            </p:cNvCxnSpPr>
            <p:nvPr/>
          </p:nvCxnSpPr>
          <p:spPr>
            <a:xfrm flipH="1" rot="10800000">
              <a:off x="1441150" y="6768404"/>
              <a:ext cx="446700" cy="8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4" name="Google Shape;3244;p42"/>
            <p:cNvCxnSpPr>
              <a:stCxn id="3220" idx="2"/>
              <a:endCxn id="3205" idx="6"/>
            </p:cNvCxnSpPr>
            <p:nvPr/>
          </p:nvCxnSpPr>
          <p:spPr>
            <a:xfrm flipH="1">
              <a:off x="1964925" y="6653507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5" name="Google Shape;3245;p42"/>
            <p:cNvCxnSpPr>
              <a:endCxn id="3205" idx="5"/>
            </p:cNvCxnSpPr>
            <p:nvPr/>
          </p:nvCxnSpPr>
          <p:spPr>
            <a:xfrm rot="10800000">
              <a:off x="1951601" y="6768434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6" name="Google Shape;3246;p42"/>
            <p:cNvCxnSpPr>
              <a:endCxn id="3205" idx="4"/>
            </p:cNvCxnSpPr>
            <p:nvPr/>
          </p:nvCxnSpPr>
          <p:spPr>
            <a:xfrm flipH="1" rot="10800000">
              <a:off x="1874720" y="6781639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7" name="Google Shape;3247;p42"/>
            <p:cNvCxnSpPr>
              <a:endCxn id="3220" idx="4"/>
            </p:cNvCxnSpPr>
            <p:nvPr/>
          </p:nvCxnSpPr>
          <p:spPr>
            <a:xfrm rot="10800000">
              <a:off x="2335147" y="6682028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8" name="Google Shape;3248;p42"/>
            <p:cNvCxnSpPr>
              <a:stCxn id="3222" idx="2"/>
              <a:endCxn id="3220" idx="6"/>
            </p:cNvCxnSpPr>
            <p:nvPr/>
          </p:nvCxnSpPr>
          <p:spPr>
            <a:xfrm rot="10800000">
              <a:off x="2363713" y="6653633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9" name="Google Shape;3249;p42"/>
            <p:cNvCxnSpPr>
              <a:stCxn id="3222" idx="4"/>
            </p:cNvCxnSpPr>
            <p:nvPr/>
          </p:nvCxnSpPr>
          <p:spPr>
            <a:xfrm>
              <a:off x="2910635" y="6723254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0" name="Google Shape;3250;p42"/>
            <p:cNvCxnSpPr>
              <a:stCxn id="3251" idx="3"/>
            </p:cNvCxnSpPr>
            <p:nvPr/>
          </p:nvCxnSpPr>
          <p:spPr>
            <a:xfrm flipH="1">
              <a:off x="3379514" y="6760536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2" name="Google Shape;3252;p42"/>
            <p:cNvCxnSpPr>
              <a:stCxn id="3251" idx="2"/>
              <a:endCxn id="3222" idx="6"/>
            </p:cNvCxnSpPr>
            <p:nvPr/>
          </p:nvCxnSpPr>
          <p:spPr>
            <a:xfrm rot="10800000">
              <a:off x="2939183" y="6694585"/>
              <a:ext cx="498600" cy="35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3" name="Google Shape;3253;p42"/>
            <p:cNvCxnSpPr>
              <a:stCxn id="3229" idx="4"/>
              <a:endCxn id="3251" idx="0"/>
            </p:cNvCxnSpPr>
            <p:nvPr/>
          </p:nvCxnSpPr>
          <p:spPr>
            <a:xfrm flipH="1">
              <a:off x="3480643" y="6313737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4" name="Google Shape;3254;p42"/>
            <p:cNvCxnSpPr>
              <a:stCxn id="3255" idx="3"/>
              <a:endCxn id="3251" idx="7"/>
            </p:cNvCxnSpPr>
            <p:nvPr/>
          </p:nvCxnSpPr>
          <p:spPr>
            <a:xfrm flipH="1">
              <a:off x="3510827" y="6451968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6" name="Google Shape;3256;p42"/>
            <p:cNvCxnSpPr>
              <a:stCxn id="3255" idx="2"/>
              <a:endCxn id="3229" idx="6"/>
            </p:cNvCxnSpPr>
            <p:nvPr/>
          </p:nvCxnSpPr>
          <p:spPr>
            <a:xfrm rot="10800000">
              <a:off x="3547841" y="6271073"/>
              <a:ext cx="557100" cy="148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7" name="Google Shape;3257;p42"/>
            <p:cNvCxnSpPr>
              <a:stCxn id="3255" idx="1"/>
              <a:endCxn id="3227" idx="4"/>
            </p:cNvCxnSpPr>
            <p:nvPr/>
          </p:nvCxnSpPr>
          <p:spPr>
            <a:xfrm flipH="1" rot="10800000">
              <a:off x="4123048" y="5801291"/>
              <a:ext cx="210600" cy="59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8" name="Google Shape;3258;p42"/>
            <p:cNvCxnSpPr>
              <a:stCxn id="3259" idx="1"/>
              <a:endCxn id="3227" idx="5"/>
            </p:cNvCxnSpPr>
            <p:nvPr/>
          </p:nvCxnSpPr>
          <p:spPr>
            <a:xfrm rot="10800000">
              <a:off x="4353780" y="5792934"/>
              <a:ext cx="447600" cy="64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0" name="Google Shape;3260;p42"/>
            <p:cNvCxnSpPr>
              <a:stCxn id="3259" idx="0"/>
              <a:endCxn id="3261" idx="4"/>
            </p:cNvCxnSpPr>
            <p:nvPr/>
          </p:nvCxnSpPr>
          <p:spPr>
            <a:xfrm rot="10800000">
              <a:off x="4797305" y="6057669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2" name="Google Shape;3262;p42"/>
            <p:cNvCxnSpPr>
              <a:stCxn id="3263" idx="0"/>
              <a:endCxn id="3264" idx="4"/>
            </p:cNvCxnSpPr>
            <p:nvPr/>
          </p:nvCxnSpPr>
          <p:spPr>
            <a:xfrm rot="10800000">
              <a:off x="5766460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5" name="Google Shape;3265;p42"/>
            <p:cNvCxnSpPr>
              <a:stCxn id="3266" idx="0"/>
              <a:endCxn id="3264" idx="5"/>
            </p:cNvCxnSpPr>
            <p:nvPr/>
          </p:nvCxnSpPr>
          <p:spPr>
            <a:xfrm rot="10800000">
              <a:off x="5796792" y="5907504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7" name="Google Shape;3267;p42"/>
            <p:cNvCxnSpPr>
              <a:stCxn id="3268" idx="3"/>
              <a:endCxn id="3269" idx="6"/>
            </p:cNvCxnSpPr>
            <p:nvPr/>
          </p:nvCxnSpPr>
          <p:spPr>
            <a:xfrm rot="10800000">
              <a:off x="4566686" y="6876581"/>
              <a:ext cx="10158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0" name="Google Shape;3270;p42"/>
            <p:cNvCxnSpPr>
              <a:stCxn id="3268" idx="1"/>
              <a:endCxn id="3259" idx="5"/>
            </p:cNvCxnSpPr>
            <p:nvPr/>
          </p:nvCxnSpPr>
          <p:spPr>
            <a:xfrm rot="10800000">
              <a:off x="4848986" y="6472646"/>
              <a:ext cx="7335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1" name="Google Shape;3271;p42"/>
            <p:cNvCxnSpPr>
              <a:stCxn id="3263" idx="2"/>
              <a:endCxn id="3259" idx="6"/>
            </p:cNvCxnSpPr>
            <p:nvPr/>
          </p:nvCxnSpPr>
          <p:spPr>
            <a:xfrm rot="10800000">
              <a:off x="4853078" y="6451089"/>
              <a:ext cx="9609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2" name="Google Shape;3272;p42"/>
            <p:cNvCxnSpPr>
              <a:stCxn id="3264" idx="3"/>
              <a:endCxn id="3259" idx="7"/>
            </p:cNvCxnSpPr>
            <p:nvPr/>
          </p:nvCxnSpPr>
          <p:spPr>
            <a:xfrm flipH="1">
              <a:off x="4840837" y="5907620"/>
              <a:ext cx="895500" cy="525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3" name="Google Shape;3273;p42"/>
            <p:cNvCxnSpPr>
              <a:stCxn id="3264" idx="2"/>
              <a:endCxn id="3261" idx="6"/>
            </p:cNvCxnSpPr>
            <p:nvPr/>
          </p:nvCxnSpPr>
          <p:spPr>
            <a:xfrm flipH="1">
              <a:off x="4829806" y="5877369"/>
              <a:ext cx="8940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4" name="Google Shape;3274;p42"/>
            <p:cNvCxnSpPr>
              <a:stCxn id="3261" idx="1"/>
              <a:endCxn id="3227" idx="6"/>
            </p:cNvCxnSpPr>
            <p:nvPr/>
          </p:nvCxnSpPr>
          <p:spPr>
            <a:xfrm rot="10800000">
              <a:off x="4362340" y="5772677"/>
              <a:ext cx="3897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5" name="Google Shape;3275;p42"/>
            <p:cNvCxnSpPr>
              <a:stCxn id="3259" idx="2"/>
              <a:endCxn id="3255" idx="6"/>
            </p:cNvCxnSpPr>
            <p:nvPr/>
          </p:nvCxnSpPr>
          <p:spPr>
            <a:xfrm rot="10800000">
              <a:off x="4188766" y="6436253"/>
              <a:ext cx="608400" cy="26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6" name="Google Shape;3276;p42"/>
            <p:cNvCxnSpPr>
              <a:stCxn id="3269" idx="1"/>
              <a:endCxn id="3255" idx="5"/>
            </p:cNvCxnSpPr>
            <p:nvPr/>
          </p:nvCxnSpPr>
          <p:spPr>
            <a:xfrm rot="10800000">
              <a:off x="4170709" y="6463522"/>
              <a:ext cx="322800" cy="38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7" name="Google Shape;3277;p42"/>
            <p:cNvCxnSpPr>
              <a:stCxn id="3255" idx="4"/>
            </p:cNvCxnSpPr>
            <p:nvPr/>
          </p:nvCxnSpPr>
          <p:spPr>
            <a:xfrm flipH="1">
              <a:off x="3941909" y="6470075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8" name="Google Shape;3278;p42"/>
            <p:cNvCxnSpPr>
              <a:stCxn id="3251" idx="5"/>
            </p:cNvCxnSpPr>
            <p:nvPr/>
          </p:nvCxnSpPr>
          <p:spPr>
            <a:xfrm>
              <a:off x="3510816" y="6760536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9" name="Google Shape;3279;p42"/>
            <p:cNvCxnSpPr>
              <a:stCxn id="3269" idx="7"/>
              <a:endCxn id="3259" idx="3"/>
            </p:cNvCxnSpPr>
            <p:nvPr/>
          </p:nvCxnSpPr>
          <p:spPr>
            <a:xfrm flipH="1" rot="10800000">
              <a:off x="4554011" y="6480622"/>
              <a:ext cx="255300" cy="365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0" name="Google Shape;3280;p42"/>
            <p:cNvCxnSpPr>
              <a:stCxn id="3222" idx="7"/>
              <a:endCxn id="3229" idx="3"/>
            </p:cNvCxnSpPr>
            <p:nvPr/>
          </p:nvCxnSpPr>
          <p:spPr>
            <a:xfrm flipH="1" rot="10800000">
              <a:off x="2930802" y="6301065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1" name="Google Shape;3281;p42"/>
            <p:cNvCxnSpPr>
              <a:stCxn id="3268" idx="7"/>
              <a:endCxn id="3263" idx="4"/>
            </p:cNvCxnSpPr>
            <p:nvPr/>
          </p:nvCxnSpPr>
          <p:spPr>
            <a:xfrm flipH="1" rot="10800000">
              <a:off x="5622821" y="6519146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01" name="Google Shape;3201;p42"/>
            <p:cNvSpPr/>
            <p:nvPr/>
          </p:nvSpPr>
          <p:spPr>
            <a:xfrm rot="-1036530">
              <a:off x="1188438" y="5710841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p42"/>
            <p:cNvSpPr/>
            <p:nvPr/>
          </p:nvSpPr>
          <p:spPr>
            <a:xfrm>
              <a:off x="1000476" y="6451512"/>
              <a:ext cx="90172" cy="9017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p42"/>
            <p:cNvSpPr/>
            <p:nvPr/>
          </p:nvSpPr>
          <p:spPr>
            <a:xfrm>
              <a:off x="483331" y="6378031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p42"/>
            <p:cNvSpPr/>
            <p:nvPr/>
          </p:nvSpPr>
          <p:spPr>
            <a:xfrm>
              <a:off x="676357" y="6799906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42"/>
            <p:cNvSpPr/>
            <p:nvPr/>
          </p:nvSpPr>
          <p:spPr>
            <a:xfrm>
              <a:off x="1355586" y="6815322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5" name="Google Shape;3205;p42"/>
            <p:cNvSpPr/>
            <p:nvPr/>
          </p:nvSpPr>
          <p:spPr>
            <a:xfrm>
              <a:off x="1874634" y="6691467"/>
              <a:ext cx="90172" cy="9017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p42"/>
            <p:cNvSpPr/>
            <p:nvPr/>
          </p:nvSpPr>
          <p:spPr>
            <a:xfrm>
              <a:off x="2306625" y="6624985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3" name="Google Shape;3213;p42"/>
            <p:cNvSpPr/>
            <p:nvPr/>
          </p:nvSpPr>
          <p:spPr>
            <a:xfrm>
              <a:off x="2265837" y="6103719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p42"/>
            <p:cNvSpPr/>
            <p:nvPr/>
          </p:nvSpPr>
          <p:spPr>
            <a:xfrm>
              <a:off x="2978891" y="5928030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p42"/>
            <p:cNvSpPr/>
            <p:nvPr/>
          </p:nvSpPr>
          <p:spPr>
            <a:xfrm>
              <a:off x="2882113" y="6666211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42"/>
            <p:cNvSpPr/>
            <p:nvPr/>
          </p:nvSpPr>
          <p:spPr>
            <a:xfrm>
              <a:off x="3437783" y="6687503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42"/>
            <p:cNvSpPr/>
            <p:nvPr/>
          </p:nvSpPr>
          <p:spPr>
            <a:xfrm>
              <a:off x="4480978" y="6833791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42"/>
            <p:cNvSpPr/>
            <p:nvPr/>
          </p:nvSpPr>
          <p:spPr>
            <a:xfrm rot="-682168">
              <a:off x="4796606" y="6428209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42"/>
            <p:cNvSpPr/>
            <p:nvPr/>
          </p:nvSpPr>
          <p:spPr>
            <a:xfrm rot="-738506">
              <a:off x="4745263" y="5973202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42"/>
            <p:cNvSpPr/>
            <p:nvPr/>
          </p:nvSpPr>
          <p:spPr>
            <a:xfrm rot="664413">
              <a:off x="4104144" y="6385308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p42"/>
            <p:cNvSpPr/>
            <p:nvPr/>
          </p:nvSpPr>
          <p:spPr>
            <a:xfrm>
              <a:off x="3462161" y="6228173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p42"/>
            <p:cNvSpPr/>
            <p:nvPr/>
          </p:nvSpPr>
          <p:spPr>
            <a:xfrm>
              <a:off x="4305203" y="5744112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42"/>
            <p:cNvSpPr/>
            <p:nvPr/>
          </p:nvSpPr>
          <p:spPr>
            <a:xfrm>
              <a:off x="5723806" y="5834587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42"/>
            <p:cNvSpPr/>
            <p:nvPr/>
          </p:nvSpPr>
          <p:spPr>
            <a:xfrm>
              <a:off x="5813978" y="6433507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42"/>
            <p:cNvSpPr/>
            <p:nvPr/>
          </p:nvSpPr>
          <p:spPr>
            <a:xfrm>
              <a:off x="5574132" y="6844992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p42"/>
            <p:cNvSpPr/>
            <p:nvPr/>
          </p:nvSpPr>
          <p:spPr>
            <a:xfrm>
              <a:off x="1394688" y="6535504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9" name="Google Shape;3209;p42"/>
            <p:cNvSpPr/>
            <p:nvPr/>
          </p:nvSpPr>
          <p:spPr>
            <a:xfrm>
              <a:off x="1836944" y="6251512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p42"/>
            <p:cNvSpPr/>
            <p:nvPr/>
          </p:nvSpPr>
          <p:spPr>
            <a:xfrm>
              <a:off x="1436231" y="6267416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82" name="Google Shape;3282;p42"/>
            <p:cNvCxnSpPr>
              <a:stCxn id="3203" idx="2"/>
              <a:endCxn id="3232" idx="7"/>
            </p:cNvCxnSpPr>
            <p:nvPr/>
          </p:nvCxnSpPr>
          <p:spPr>
            <a:xfrm flipH="1">
              <a:off x="1077431" y="6295938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3" name="Google Shape;3283;p42"/>
            <p:cNvCxnSpPr>
              <a:stCxn id="3200" idx="4"/>
              <a:endCxn id="3236" idx="1"/>
            </p:cNvCxnSpPr>
            <p:nvPr/>
          </p:nvCxnSpPr>
          <p:spPr>
            <a:xfrm>
              <a:off x="526113" y="6463595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9" name="Google Shape;3239;p42"/>
            <p:cNvSpPr/>
            <p:nvPr/>
          </p:nvSpPr>
          <p:spPr>
            <a:xfrm>
              <a:off x="117530" y="6731144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84" name="Google Shape;3284;p42"/>
            <p:cNvCxnSpPr>
              <a:stCxn id="3239" idx="3"/>
            </p:cNvCxnSpPr>
            <p:nvPr/>
          </p:nvCxnSpPr>
          <p:spPr>
            <a:xfrm flipH="1">
              <a:off x="60484" y="6779833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5" name="Google Shape;3285;p42"/>
            <p:cNvCxnSpPr>
              <a:stCxn id="3239" idx="2"/>
            </p:cNvCxnSpPr>
            <p:nvPr/>
          </p:nvCxnSpPr>
          <p:spPr>
            <a:xfrm flipH="1">
              <a:off x="-59170" y="6759666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6" name="Google Shape;3286;p42"/>
            <p:cNvCxnSpPr>
              <a:stCxn id="3239" idx="1"/>
            </p:cNvCxnSpPr>
            <p:nvPr/>
          </p:nvCxnSpPr>
          <p:spPr>
            <a:xfrm rot="10800000">
              <a:off x="-59216" y="6549898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7" name="Google Shape;3287;p42"/>
            <p:cNvCxnSpPr>
              <a:endCxn id="3200" idx="2"/>
            </p:cNvCxnSpPr>
            <p:nvPr/>
          </p:nvCxnSpPr>
          <p:spPr>
            <a:xfrm>
              <a:off x="-99269" y="6362613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8" name="Google Shape;3288;p42"/>
            <p:cNvCxnSpPr>
              <a:endCxn id="3222" idx="3"/>
            </p:cNvCxnSpPr>
            <p:nvPr/>
          </p:nvCxnSpPr>
          <p:spPr>
            <a:xfrm flipH="1" rot="10800000">
              <a:off x="2737767" y="6714900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9" name="Google Shape;3289;p42"/>
            <p:cNvCxnSpPr>
              <a:stCxn id="3200" idx="1"/>
              <a:endCxn id="3290" idx="4"/>
            </p:cNvCxnSpPr>
            <p:nvPr/>
          </p:nvCxnSpPr>
          <p:spPr>
            <a:xfrm rot="10800000">
              <a:off x="380062" y="610646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90" name="Google Shape;3290;p42"/>
            <p:cNvSpPr/>
            <p:nvPr/>
          </p:nvSpPr>
          <p:spPr>
            <a:xfrm rot="-1036530">
              <a:off x="339372" y="6044985"/>
              <a:ext cx="62909" cy="629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91" name="Google Shape;3291;p42"/>
            <p:cNvCxnSpPr>
              <a:stCxn id="3290" idx="6"/>
              <a:endCxn id="3201" idx="1"/>
            </p:cNvCxnSpPr>
            <p:nvPr/>
          </p:nvCxnSpPr>
          <p:spPr>
            <a:xfrm flipH="1" rot="10800000">
              <a:off x="400862" y="5733799"/>
              <a:ext cx="792600" cy="33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2" name="Google Shape;3292;p42"/>
            <p:cNvCxnSpPr>
              <a:endCxn id="3290" idx="2"/>
            </p:cNvCxnSpPr>
            <p:nvPr/>
          </p:nvCxnSpPr>
          <p:spPr>
            <a:xfrm flipH="1" rot="10800000">
              <a:off x="-81909" y="6085780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3" name="Google Shape;3293;p42"/>
            <p:cNvCxnSpPr>
              <a:stCxn id="3294" idx="7"/>
              <a:endCxn id="3295" idx="2"/>
            </p:cNvCxnSpPr>
            <p:nvPr/>
          </p:nvCxnSpPr>
          <p:spPr>
            <a:xfrm flipH="1" rot="10800000">
              <a:off x="6447970" y="5766262"/>
              <a:ext cx="6339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6" name="Google Shape;3296;p42"/>
            <p:cNvCxnSpPr>
              <a:stCxn id="3295" idx="4"/>
              <a:endCxn id="3297" idx="1"/>
            </p:cNvCxnSpPr>
            <p:nvPr/>
          </p:nvCxnSpPr>
          <p:spPr>
            <a:xfrm>
              <a:off x="7135531" y="5794475"/>
              <a:ext cx="200700" cy="481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8" name="Google Shape;3298;p42"/>
            <p:cNvCxnSpPr>
              <a:stCxn id="3299" idx="2"/>
              <a:endCxn id="3300" idx="6"/>
            </p:cNvCxnSpPr>
            <p:nvPr/>
          </p:nvCxnSpPr>
          <p:spPr>
            <a:xfrm rot="10800000">
              <a:off x="7371740" y="6578153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1" name="Google Shape;3301;p42"/>
            <p:cNvCxnSpPr>
              <a:stCxn id="3297" idx="5"/>
              <a:endCxn id="3299" idx="1"/>
            </p:cNvCxnSpPr>
            <p:nvPr/>
          </p:nvCxnSpPr>
          <p:spPr>
            <a:xfrm>
              <a:off x="7376526" y="6316105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2" name="Google Shape;3302;p42"/>
            <p:cNvCxnSpPr>
              <a:stCxn id="3295" idx="5"/>
              <a:endCxn id="3303" idx="1"/>
            </p:cNvCxnSpPr>
            <p:nvPr/>
          </p:nvCxnSpPr>
          <p:spPr>
            <a:xfrm>
              <a:off x="7160696" y="5773526"/>
              <a:ext cx="576300" cy="48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4" name="Google Shape;3304;p42"/>
            <p:cNvCxnSpPr>
              <a:stCxn id="3299" idx="0"/>
              <a:endCxn id="3303" idx="4"/>
            </p:cNvCxnSpPr>
            <p:nvPr/>
          </p:nvCxnSpPr>
          <p:spPr>
            <a:xfrm rot="10800000">
              <a:off x="7757026" y="6308667"/>
              <a:ext cx="54300" cy="38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5" name="Google Shape;3305;p42"/>
            <p:cNvCxnSpPr>
              <a:stCxn id="3297" idx="3"/>
              <a:endCxn id="3300" idx="0"/>
            </p:cNvCxnSpPr>
            <p:nvPr/>
          </p:nvCxnSpPr>
          <p:spPr>
            <a:xfrm flipH="1">
              <a:off x="7328991" y="6316105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6" name="Google Shape;3306;p42"/>
            <p:cNvCxnSpPr>
              <a:stCxn id="3295" idx="6"/>
              <a:endCxn id="3307" idx="1"/>
            </p:cNvCxnSpPr>
            <p:nvPr/>
          </p:nvCxnSpPr>
          <p:spPr>
            <a:xfrm>
              <a:off x="7163678" y="5740918"/>
              <a:ext cx="1006200" cy="375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8" name="Google Shape;3308;p42"/>
            <p:cNvCxnSpPr>
              <a:stCxn id="3299" idx="7"/>
              <a:endCxn id="3307" idx="3"/>
            </p:cNvCxnSpPr>
            <p:nvPr/>
          </p:nvCxnSpPr>
          <p:spPr>
            <a:xfrm flipH="1" rot="10800000">
              <a:off x="7843207" y="6176672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9" name="Google Shape;3309;p42"/>
            <p:cNvCxnSpPr>
              <a:stCxn id="3297" idx="6"/>
              <a:endCxn id="3303" idx="2"/>
            </p:cNvCxnSpPr>
            <p:nvPr/>
          </p:nvCxnSpPr>
          <p:spPr>
            <a:xfrm flipH="1" rot="10800000">
              <a:off x="7384880" y="6280038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0" name="Google Shape;3310;p42"/>
            <p:cNvCxnSpPr>
              <a:stCxn id="3311" idx="0"/>
              <a:endCxn id="3300" idx="4"/>
            </p:cNvCxnSpPr>
            <p:nvPr/>
          </p:nvCxnSpPr>
          <p:spPr>
            <a:xfrm flipH="1" rot="10800000">
              <a:off x="7289974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2" name="Google Shape;3312;p42"/>
            <p:cNvCxnSpPr>
              <a:stCxn id="3303" idx="6"/>
              <a:endCxn id="3307" idx="2"/>
            </p:cNvCxnSpPr>
            <p:nvPr/>
          </p:nvCxnSpPr>
          <p:spPr>
            <a:xfrm flipH="1" rot="10800000">
              <a:off x="7785593" y="6146534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3" name="Google Shape;3313;p42"/>
            <p:cNvCxnSpPr>
              <a:stCxn id="3314" idx="0"/>
              <a:endCxn id="3307" idx="4"/>
            </p:cNvCxnSpPr>
            <p:nvPr/>
          </p:nvCxnSpPr>
          <p:spPr>
            <a:xfrm rot="10800000">
              <a:off x="8200353" y="6189385"/>
              <a:ext cx="26400" cy="43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5" name="Google Shape;3315;p42"/>
            <p:cNvCxnSpPr>
              <a:stCxn id="3316" idx="1"/>
              <a:endCxn id="3307" idx="5"/>
            </p:cNvCxnSpPr>
            <p:nvPr/>
          </p:nvCxnSpPr>
          <p:spPr>
            <a:xfrm rot="10800000">
              <a:off x="8230373" y="6176865"/>
              <a:ext cx="551700" cy="49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7" name="Google Shape;3317;p42"/>
            <p:cNvCxnSpPr>
              <a:stCxn id="3316" idx="0"/>
              <a:endCxn id="3318" idx="4"/>
            </p:cNvCxnSpPr>
            <p:nvPr/>
          </p:nvCxnSpPr>
          <p:spPr>
            <a:xfrm flipH="1" rot="10800000">
              <a:off x="8802241" y="6013711"/>
              <a:ext cx="111000" cy="65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9" name="Google Shape;3319;p42"/>
            <p:cNvCxnSpPr>
              <a:stCxn id="3318" idx="2"/>
              <a:endCxn id="3307" idx="6"/>
            </p:cNvCxnSpPr>
            <p:nvPr/>
          </p:nvCxnSpPr>
          <p:spPr>
            <a:xfrm flipH="1">
              <a:off x="8242897" y="5970812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0" name="Google Shape;3320;p42"/>
            <p:cNvCxnSpPr>
              <a:stCxn id="3318" idx="7"/>
              <a:endCxn id="3321" idx="2"/>
            </p:cNvCxnSpPr>
            <p:nvPr/>
          </p:nvCxnSpPr>
          <p:spPr>
            <a:xfrm flipH="1" rot="10800000">
              <a:off x="8943530" y="577256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2" name="Google Shape;3322;p42"/>
            <p:cNvCxnSpPr>
              <a:stCxn id="3318" idx="6"/>
              <a:endCxn id="3323" idx="2"/>
            </p:cNvCxnSpPr>
            <p:nvPr/>
          </p:nvCxnSpPr>
          <p:spPr>
            <a:xfrm>
              <a:off x="8956061" y="5970812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4" name="Google Shape;3324;p42"/>
            <p:cNvCxnSpPr>
              <a:stCxn id="3323" idx="7"/>
              <a:endCxn id="3321" idx="3"/>
            </p:cNvCxnSpPr>
            <p:nvPr/>
          </p:nvCxnSpPr>
          <p:spPr>
            <a:xfrm flipH="1" rot="10800000">
              <a:off x="9426800" y="579280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5" name="Google Shape;3325;p42"/>
            <p:cNvCxnSpPr>
              <a:stCxn id="3326" idx="0"/>
              <a:endCxn id="3295" idx="3"/>
            </p:cNvCxnSpPr>
            <p:nvPr/>
          </p:nvCxnSpPr>
          <p:spPr>
            <a:xfrm flipH="1" rot="10800000">
              <a:off x="6937168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7" name="Google Shape;3327;p42"/>
            <p:cNvCxnSpPr>
              <a:stCxn id="3300" idx="2"/>
              <a:endCxn id="3326" idx="6"/>
            </p:cNvCxnSpPr>
            <p:nvPr/>
          </p:nvCxnSpPr>
          <p:spPr>
            <a:xfrm rot="10800000">
              <a:off x="6982394" y="6496686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8" name="Google Shape;3328;p42"/>
            <p:cNvCxnSpPr>
              <a:stCxn id="3311" idx="1"/>
              <a:endCxn id="3326" idx="5"/>
            </p:cNvCxnSpPr>
            <p:nvPr/>
          </p:nvCxnSpPr>
          <p:spPr>
            <a:xfrm rot="10800000">
              <a:off x="6969023" y="652845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9" name="Google Shape;3329;p42"/>
            <p:cNvCxnSpPr>
              <a:stCxn id="3330" idx="7"/>
              <a:endCxn id="3326" idx="3"/>
            </p:cNvCxnSpPr>
            <p:nvPr/>
          </p:nvCxnSpPr>
          <p:spPr>
            <a:xfrm flipH="1" rot="10800000">
              <a:off x="6616652" y="6528360"/>
              <a:ext cx="288600" cy="279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1" name="Google Shape;3331;p42"/>
            <p:cNvCxnSpPr>
              <a:stCxn id="3294" idx="6"/>
              <a:endCxn id="3326" idx="2"/>
            </p:cNvCxnSpPr>
            <p:nvPr/>
          </p:nvCxnSpPr>
          <p:spPr>
            <a:xfrm>
              <a:off x="6460501" y="6420813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2" name="Google Shape;3332;p42"/>
            <p:cNvCxnSpPr>
              <a:stCxn id="3333" idx="7"/>
              <a:endCxn id="3294" idx="3"/>
            </p:cNvCxnSpPr>
            <p:nvPr/>
          </p:nvCxnSpPr>
          <p:spPr>
            <a:xfrm flipH="1" rot="10800000">
              <a:off x="6057825" y="6451198"/>
              <a:ext cx="329700" cy="28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4" name="Google Shape;3334;p42"/>
            <p:cNvCxnSpPr>
              <a:stCxn id="3333" idx="6"/>
              <a:endCxn id="3330" idx="2"/>
            </p:cNvCxnSpPr>
            <p:nvPr/>
          </p:nvCxnSpPr>
          <p:spPr>
            <a:xfrm>
              <a:off x="6066179" y="6759666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5" name="Google Shape;3335;p42"/>
            <p:cNvCxnSpPr>
              <a:stCxn id="3333" idx="5"/>
            </p:cNvCxnSpPr>
            <p:nvPr/>
          </p:nvCxnSpPr>
          <p:spPr>
            <a:xfrm>
              <a:off x="6057825" y="6779833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6" name="Google Shape;3336;p42"/>
            <p:cNvCxnSpPr>
              <a:stCxn id="3330" idx="6"/>
              <a:endCxn id="3311" idx="2"/>
            </p:cNvCxnSpPr>
            <p:nvPr/>
          </p:nvCxnSpPr>
          <p:spPr>
            <a:xfrm>
              <a:off x="6625006" y="6828427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7" name="Google Shape;3337;p42"/>
            <p:cNvCxnSpPr>
              <a:stCxn id="3311" idx="6"/>
              <a:endCxn id="3299" idx="3"/>
            </p:cNvCxnSpPr>
            <p:nvPr/>
          </p:nvCxnSpPr>
          <p:spPr>
            <a:xfrm flipH="1" rot="10800000">
              <a:off x="7332756" y="6768404"/>
              <a:ext cx="446700" cy="8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8" name="Google Shape;3338;p42"/>
            <p:cNvCxnSpPr>
              <a:stCxn id="3314" idx="2"/>
              <a:endCxn id="3299" idx="6"/>
            </p:cNvCxnSpPr>
            <p:nvPr/>
          </p:nvCxnSpPr>
          <p:spPr>
            <a:xfrm flipH="1">
              <a:off x="7856531" y="6653507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9" name="Google Shape;3339;p42"/>
            <p:cNvCxnSpPr>
              <a:endCxn id="3299" idx="5"/>
            </p:cNvCxnSpPr>
            <p:nvPr/>
          </p:nvCxnSpPr>
          <p:spPr>
            <a:xfrm rot="10800000">
              <a:off x="7843207" y="6768434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0" name="Google Shape;3340;p42"/>
            <p:cNvCxnSpPr>
              <a:endCxn id="3299" idx="4"/>
            </p:cNvCxnSpPr>
            <p:nvPr/>
          </p:nvCxnSpPr>
          <p:spPr>
            <a:xfrm flipH="1" rot="10800000">
              <a:off x="7766326" y="6781639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1" name="Google Shape;3341;p42"/>
            <p:cNvCxnSpPr>
              <a:endCxn id="3314" idx="4"/>
            </p:cNvCxnSpPr>
            <p:nvPr/>
          </p:nvCxnSpPr>
          <p:spPr>
            <a:xfrm rot="10800000">
              <a:off x="8226753" y="6682028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2" name="Google Shape;3342;p42"/>
            <p:cNvCxnSpPr>
              <a:stCxn id="3316" idx="2"/>
              <a:endCxn id="3314" idx="6"/>
            </p:cNvCxnSpPr>
            <p:nvPr/>
          </p:nvCxnSpPr>
          <p:spPr>
            <a:xfrm rot="10800000">
              <a:off x="8255319" y="6653633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3" name="Google Shape;3343;p42"/>
            <p:cNvCxnSpPr>
              <a:stCxn id="3316" idx="4"/>
            </p:cNvCxnSpPr>
            <p:nvPr/>
          </p:nvCxnSpPr>
          <p:spPr>
            <a:xfrm>
              <a:off x="8802241" y="6723254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4" name="Google Shape;3344;p42"/>
            <p:cNvCxnSpPr>
              <a:stCxn id="3345" idx="3"/>
            </p:cNvCxnSpPr>
            <p:nvPr/>
          </p:nvCxnSpPr>
          <p:spPr>
            <a:xfrm flipH="1">
              <a:off x="9271120" y="6760536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6" name="Google Shape;3346;p42"/>
            <p:cNvCxnSpPr>
              <a:stCxn id="3345" idx="2"/>
              <a:endCxn id="3316" idx="6"/>
            </p:cNvCxnSpPr>
            <p:nvPr/>
          </p:nvCxnSpPr>
          <p:spPr>
            <a:xfrm rot="10800000">
              <a:off x="8830789" y="6694585"/>
              <a:ext cx="498600" cy="35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7" name="Google Shape;3347;p42"/>
            <p:cNvCxnSpPr>
              <a:stCxn id="3323" idx="4"/>
              <a:endCxn id="3345" idx="0"/>
            </p:cNvCxnSpPr>
            <p:nvPr/>
          </p:nvCxnSpPr>
          <p:spPr>
            <a:xfrm flipH="1">
              <a:off x="9372249" y="6313737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8" name="Google Shape;3348;p42"/>
            <p:cNvCxnSpPr>
              <a:stCxn id="3349" idx="3"/>
              <a:endCxn id="3345" idx="7"/>
            </p:cNvCxnSpPr>
            <p:nvPr/>
          </p:nvCxnSpPr>
          <p:spPr>
            <a:xfrm flipH="1">
              <a:off x="9402433" y="6451968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0" name="Google Shape;3350;p42"/>
            <p:cNvCxnSpPr>
              <a:stCxn id="3349" idx="2"/>
              <a:endCxn id="3323" idx="6"/>
            </p:cNvCxnSpPr>
            <p:nvPr/>
          </p:nvCxnSpPr>
          <p:spPr>
            <a:xfrm rot="10800000">
              <a:off x="9439447" y="6271073"/>
              <a:ext cx="557100" cy="148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1" name="Google Shape;3351;p42"/>
            <p:cNvCxnSpPr>
              <a:stCxn id="3349" idx="1"/>
              <a:endCxn id="3321" idx="4"/>
            </p:cNvCxnSpPr>
            <p:nvPr/>
          </p:nvCxnSpPr>
          <p:spPr>
            <a:xfrm flipH="1" rot="10800000">
              <a:off x="10014654" y="5801291"/>
              <a:ext cx="210600" cy="59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2" name="Google Shape;3352;p42"/>
            <p:cNvCxnSpPr>
              <a:stCxn id="3353" idx="1"/>
              <a:endCxn id="3321" idx="5"/>
            </p:cNvCxnSpPr>
            <p:nvPr/>
          </p:nvCxnSpPr>
          <p:spPr>
            <a:xfrm rot="10800000">
              <a:off x="10245386" y="5792934"/>
              <a:ext cx="447600" cy="64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4" name="Google Shape;3354;p42"/>
            <p:cNvCxnSpPr>
              <a:stCxn id="3353" idx="0"/>
              <a:endCxn id="3355" idx="4"/>
            </p:cNvCxnSpPr>
            <p:nvPr/>
          </p:nvCxnSpPr>
          <p:spPr>
            <a:xfrm rot="10800000">
              <a:off x="10688911" y="6057669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6" name="Google Shape;3356;p42"/>
            <p:cNvCxnSpPr>
              <a:stCxn id="3357" idx="0"/>
              <a:endCxn id="3358" idx="4"/>
            </p:cNvCxnSpPr>
            <p:nvPr/>
          </p:nvCxnSpPr>
          <p:spPr>
            <a:xfrm rot="10800000">
              <a:off x="11658066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9" name="Google Shape;3359;p42"/>
            <p:cNvCxnSpPr>
              <a:endCxn id="3358" idx="5"/>
            </p:cNvCxnSpPr>
            <p:nvPr/>
          </p:nvCxnSpPr>
          <p:spPr>
            <a:xfrm rot="10800000">
              <a:off x="11688445" y="5907620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0" name="Google Shape;3360;p42"/>
            <p:cNvCxnSpPr>
              <a:endCxn id="3357" idx="6"/>
            </p:cNvCxnSpPr>
            <p:nvPr/>
          </p:nvCxnSpPr>
          <p:spPr>
            <a:xfrm rot="10800000">
              <a:off x="11791148" y="6476289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1" name="Google Shape;3361;p42"/>
            <p:cNvCxnSpPr>
              <a:endCxn id="3362" idx="6"/>
            </p:cNvCxnSpPr>
            <p:nvPr/>
          </p:nvCxnSpPr>
          <p:spPr>
            <a:xfrm flipH="1">
              <a:off x="11522781" y="6809013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3" name="Google Shape;3363;p42"/>
            <p:cNvCxnSpPr>
              <a:stCxn id="3362" idx="3"/>
              <a:endCxn id="3364" idx="6"/>
            </p:cNvCxnSpPr>
            <p:nvPr/>
          </p:nvCxnSpPr>
          <p:spPr>
            <a:xfrm rot="10800000">
              <a:off x="10458292" y="6876581"/>
              <a:ext cx="10158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5" name="Google Shape;3365;p42"/>
            <p:cNvCxnSpPr>
              <a:stCxn id="3362" idx="1"/>
              <a:endCxn id="3353" idx="5"/>
            </p:cNvCxnSpPr>
            <p:nvPr/>
          </p:nvCxnSpPr>
          <p:spPr>
            <a:xfrm rot="10800000">
              <a:off x="10740592" y="6472646"/>
              <a:ext cx="7335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6" name="Google Shape;3366;p42"/>
            <p:cNvCxnSpPr>
              <a:stCxn id="3357" idx="2"/>
              <a:endCxn id="3353" idx="6"/>
            </p:cNvCxnSpPr>
            <p:nvPr/>
          </p:nvCxnSpPr>
          <p:spPr>
            <a:xfrm rot="10800000">
              <a:off x="10744684" y="6451089"/>
              <a:ext cx="9609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7" name="Google Shape;3367;p42"/>
            <p:cNvCxnSpPr>
              <a:stCxn id="3358" idx="3"/>
              <a:endCxn id="3353" idx="7"/>
            </p:cNvCxnSpPr>
            <p:nvPr/>
          </p:nvCxnSpPr>
          <p:spPr>
            <a:xfrm flipH="1">
              <a:off x="10732443" y="5907620"/>
              <a:ext cx="895500" cy="525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8" name="Google Shape;3368;p42"/>
            <p:cNvCxnSpPr>
              <a:stCxn id="3358" idx="2"/>
              <a:endCxn id="3355" idx="6"/>
            </p:cNvCxnSpPr>
            <p:nvPr/>
          </p:nvCxnSpPr>
          <p:spPr>
            <a:xfrm flipH="1">
              <a:off x="10721412" y="5877369"/>
              <a:ext cx="8940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9" name="Google Shape;3369;p42"/>
            <p:cNvCxnSpPr>
              <a:stCxn id="3355" idx="1"/>
              <a:endCxn id="3321" idx="6"/>
            </p:cNvCxnSpPr>
            <p:nvPr/>
          </p:nvCxnSpPr>
          <p:spPr>
            <a:xfrm rot="10800000">
              <a:off x="10253946" y="5772677"/>
              <a:ext cx="3897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0" name="Google Shape;3370;p42"/>
            <p:cNvCxnSpPr>
              <a:stCxn id="3353" idx="2"/>
              <a:endCxn id="3349" idx="6"/>
            </p:cNvCxnSpPr>
            <p:nvPr/>
          </p:nvCxnSpPr>
          <p:spPr>
            <a:xfrm rot="10800000">
              <a:off x="10080372" y="6436253"/>
              <a:ext cx="608400" cy="26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1" name="Google Shape;3371;p42"/>
            <p:cNvCxnSpPr>
              <a:stCxn id="3364" idx="1"/>
              <a:endCxn id="3349" idx="5"/>
            </p:cNvCxnSpPr>
            <p:nvPr/>
          </p:nvCxnSpPr>
          <p:spPr>
            <a:xfrm rot="10800000">
              <a:off x="10062315" y="6463522"/>
              <a:ext cx="322800" cy="38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2" name="Google Shape;3372;p42"/>
            <p:cNvCxnSpPr>
              <a:stCxn id="3349" idx="4"/>
            </p:cNvCxnSpPr>
            <p:nvPr/>
          </p:nvCxnSpPr>
          <p:spPr>
            <a:xfrm flipH="1">
              <a:off x="9833515" y="6470075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3" name="Google Shape;3373;p42"/>
            <p:cNvCxnSpPr>
              <a:stCxn id="3345" idx="5"/>
            </p:cNvCxnSpPr>
            <p:nvPr/>
          </p:nvCxnSpPr>
          <p:spPr>
            <a:xfrm>
              <a:off x="9402422" y="6760536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4" name="Google Shape;3374;p42"/>
            <p:cNvCxnSpPr>
              <a:stCxn id="3364" idx="7"/>
              <a:endCxn id="3353" idx="3"/>
            </p:cNvCxnSpPr>
            <p:nvPr/>
          </p:nvCxnSpPr>
          <p:spPr>
            <a:xfrm flipH="1" rot="10800000">
              <a:off x="10445617" y="6480622"/>
              <a:ext cx="255300" cy="365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5" name="Google Shape;3375;p42"/>
            <p:cNvCxnSpPr>
              <a:stCxn id="3316" idx="7"/>
              <a:endCxn id="3323" idx="3"/>
            </p:cNvCxnSpPr>
            <p:nvPr/>
          </p:nvCxnSpPr>
          <p:spPr>
            <a:xfrm flipH="1" rot="10800000">
              <a:off x="8822408" y="6301065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6" name="Google Shape;3376;p42"/>
            <p:cNvCxnSpPr>
              <a:stCxn id="3362" idx="7"/>
              <a:endCxn id="3357" idx="4"/>
            </p:cNvCxnSpPr>
            <p:nvPr/>
          </p:nvCxnSpPr>
          <p:spPr>
            <a:xfrm flipH="1" rot="10800000">
              <a:off x="11514427" y="6519146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95" name="Google Shape;3295;p42"/>
            <p:cNvSpPr/>
            <p:nvPr/>
          </p:nvSpPr>
          <p:spPr>
            <a:xfrm rot="-1036530">
              <a:off x="7080044" y="5710841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42"/>
            <p:cNvSpPr/>
            <p:nvPr/>
          </p:nvSpPr>
          <p:spPr>
            <a:xfrm>
              <a:off x="6892082" y="6451512"/>
              <a:ext cx="90172" cy="9017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42"/>
            <p:cNvSpPr/>
            <p:nvPr/>
          </p:nvSpPr>
          <p:spPr>
            <a:xfrm>
              <a:off x="6374937" y="6378031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42"/>
            <p:cNvSpPr/>
            <p:nvPr/>
          </p:nvSpPr>
          <p:spPr>
            <a:xfrm>
              <a:off x="6567963" y="6799906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42"/>
            <p:cNvSpPr/>
            <p:nvPr/>
          </p:nvSpPr>
          <p:spPr>
            <a:xfrm>
              <a:off x="7247192" y="6815322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42"/>
            <p:cNvSpPr/>
            <p:nvPr/>
          </p:nvSpPr>
          <p:spPr>
            <a:xfrm>
              <a:off x="7766240" y="6691467"/>
              <a:ext cx="90172" cy="9017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42"/>
            <p:cNvSpPr/>
            <p:nvPr/>
          </p:nvSpPr>
          <p:spPr>
            <a:xfrm>
              <a:off x="8198231" y="6624985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42"/>
            <p:cNvSpPr/>
            <p:nvPr/>
          </p:nvSpPr>
          <p:spPr>
            <a:xfrm>
              <a:off x="8157443" y="6103719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42"/>
            <p:cNvSpPr/>
            <p:nvPr/>
          </p:nvSpPr>
          <p:spPr>
            <a:xfrm>
              <a:off x="8870497" y="5928030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42"/>
            <p:cNvSpPr/>
            <p:nvPr/>
          </p:nvSpPr>
          <p:spPr>
            <a:xfrm>
              <a:off x="8773719" y="6666211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42"/>
            <p:cNvSpPr/>
            <p:nvPr/>
          </p:nvSpPr>
          <p:spPr>
            <a:xfrm>
              <a:off x="9329389" y="6687503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42"/>
            <p:cNvSpPr/>
            <p:nvPr/>
          </p:nvSpPr>
          <p:spPr>
            <a:xfrm>
              <a:off x="10372584" y="6833791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42"/>
            <p:cNvSpPr/>
            <p:nvPr/>
          </p:nvSpPr>
          <p:spPr>
            <a:xfrm rot="-682168">
              <a:off x="10688212" y="6428209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42"/>
            <p:cNvSpPr/>
            <p:nvPr/>
          </p:nvSpPr>
          <p:spPr>
            <a:xfrm rot="-738506">
              <a:off x="10636869" y="5973202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42"/>
            <p:cNvSpPr/>
            <p:nvPr/>
          </p:nvSpPr>
          <p:spPr>
            <a:xfrm rot="664413">
              <a:off x="9995750" y="6385308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42"/>
            <p:cNvSpPr/>
            <p:nvPr/>
          </p:nvSpPr>
          <p:spPr>
            <a:xfrm>
              <a:off x="9353767" y="6228173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42"/>
            <p:cNvSpPr/>
            <p:nvPr/>
          </p:nvSpPr>
          <p:spPr>
            <a:xfrm>
              <a:off x="10196809" y="5744112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42"/>
            <p:cNvSpPr/>
            <p:nvPr/>
          </p:nvSpPr>
          <p:spPr>
            <a:xfrm>
              <a:off x="11615412" y="5834587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42"/>
            <p:cNvSpPr/>
            <p:nvPr/>
          </p:nvSpPr>
          <p:spPr>
            <a:xfrm>
              <a:off x="11705584" y="6433507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42"/>
            <p:cNvSpPr/>
            <p:nvPr/>
          </p:nvSpPr>
          <p:spPr>
            <a:xfrm>
              <a:off x="11465738" y="6844992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42"/>
            <p:cNvSpPr/>
            <p:nvPr/>
          </p:nvSpPr>
          <p:spPr>
            <a:xfrm>
              <a:off x="7286294" y="6535504"/>
              <a:ext cx="85564" cy="8556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42"/>
            <p:cNvSpPr/>
            <p:nvPr/>
          </p:nvSpPr>
          <p:spPr>
            <a:xfrm>
              <a:off x="7728550" y="6251512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42"/>
            <p:cNvSpPr/>
            <p:nvPr/>
          </p:nvSpPr>
          <p:spPr>
            <a:xfrm>
              <a:off x="7327837" y="6267416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77" name="Google Shape;3377;p42"/>
            <p:cNvCxnSpPr>
              <a:stCxn id="3297" idx="2"/>
              <a:endCxn id="3326" idx="7"/>
            </p:cNvCxnSpPr>
            <p:nvPr/>
          </p:nvCxnSpPr>
          <p:spPr>
            <a:xfrm flipH="1">
              <a:off x="6969037" y="6295938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8" name="Google Shape;3378;p42"/>
            <p:cNvCxnSpPr>
              <a:stCxn id="3294" idx="4"/>
              <a:endCxn id="3330" idx="1"/>
            </p:cNvCxnSpPr>
            <p:nvPr/>
          </p:nvCxnSpPr>
          <p:spPr>
            <a:xfrm>
              <a:off x="6417719" y="6463595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33" name="Google Shape;3333;p42"/>
            <p:cNvSpPr/>
            <p:nvPr/>
          </p:nvSpPr>
          <p:spPr>
            <a:xfrm>
              <a:off x="6009136" y="6731144"/>
              <a:ext cx="57043" cy="5704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79" name="Google Shape;3379;p42"/>
            <p:cNvCxnSpPr>
              <a:stCxn id="3333" idx="3"/>
            </p:cNvCxnSpPr>
            <p:nvPr/>
          </p:nvCxnSpPr>
          <p:spPr>
            <a:xfrm flipH="1">
              <a:off x="5952090" y="6779833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0" name="Google Shape;3380;p42"/>
            <p:cNvCxnSpPr>
              <a:stCxn id="3333" idx="2"/>
            </p:cNvCxnSpPr>
            <p:nvPr/>
          </p:nvCxnSpPr>
          <p:spPr>
            <a:xfrm flipH="1">
              <a:off x="5788036" y="6759666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1" name="Google Shape;3381;p42"/>
            <p:cNvCxnSpPr>
              <a:stCxn id="3333" idx="1"/>
            </p:cNvCxnSpPr>
            <p:nvPr/>
          </p:nvCxnSpPr>
          <p:spPr>
            <a:xfrm rot="10800000">
              <a:off x="5832390" y="6549898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2" name="Google Shape;3382;p42"/>
            <p:cNvCxnSpPr>
              <a:stCxn id="3263" idx="5"/>
              <a:endCxn id="3294" idx="2"/>
            </p:cNvCxnSpPr>
            <p:nvPr/>
          </p:nvCxnSpPr>
          <p:spPr>
            <a:xfrm flipH="1" rot="10800000">
              <a:off x="5887011" y="6420740"/>
              <a:ext cx="4878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3" name="Google Shape;3383;p42"/>
            <p:cNvCxnSpPr>
              <a:endCxn id="3316" idx="3"/>
            </p:cNvCxnSpPr>
            <p:nvPr/>
          </p:nvCxnSpPr>
          <p:spPr>
            <a:xfrm flipH="1" rot="10800000">
              <a:off x="8629373" y="6714900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4" name="Google Shape;3384;p42"/>
            <p:cNvCxnSpPr>
              <a:stCxn id="3294" idx="1"/>
              <a:endCxn id="3266" idx="4"/>
            </p:cNvCxnSpPr>
            <p:nvPr/>
          </p:nvCxnSpPr>
          <p:spPr>
            <a:xfrm rot="10800000">
              <a:off x="6271668" y="610646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66" name="Google Shape;3266;p42"/>
            <p:cNvSpPr/>
            <p:nvPr/>
          </p:nvSpPr>
          <p:spPr>
            <a:xfrm rot="-1036530">
              <a:off x="6230978" y="6044985"/>
              <a:ext cx="62909" cy="629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85" name="Google Shape;3385;p42"/>
            <p:cNvCxnSpPr>
              <a:stCxn id="3266" idx="6"/>
              <a:endCxn id="3295" idx="1"/>
            </p:cNvCxnSpPr>
            <p:nvPr/>
          </p:nvCxnSpPr>
          <p:spPr>
            <a:xfrm flipH="1" rot="10800000">
              <a:off x="6292468" y="5733799"/>
              <a:ext cx="792600" cy="33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6" name="Google Shape;3386;p42"/>
            <p:cNvCxnSpPr>
              <a:stCxn id="3263" idx="1"/>
              <a:endCxn id="3266" idx="2"/>
            </p:cNvCxnSpPr>
            <p:nvPr/>
          </p:nvCxnSpPr>
          <p:spPr>
            <a:xfrm flipH="1" rot="10800000">
              <a:off x="5826509" y="608573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387" name="Google Shape;3387;p42"/>
          <p:cNvSpPr txBox="1"/>
          <p:nvPr/>
        </p:nvSpPr>
        <p:spPr>
          <a:xfrm>
            <a:off x="1413735" y="2417252"/>
            <a:ext cx="92667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350" lIns="110725" spcFirstLastPara="1" rIns="110725" wrap="square" tIns="553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Gestión documental patrimonial (digitalización de documentos de texto).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Con el fin de optimizar el flujo de esta </a:t>
            </a:r>
            <a:r>
              <a:rPr lang="en-US" sz="2400">
                <a:solidFill>
                  <a:schemeClr val="lt1"/>
                </a:solidFill>
              </a:rPr>
              <a:t>gestión</a:t>
            </a:r>
            <a:r>
              <a:rPr lang="en-US" sz="2400">
                <a:solidFill>
                  <a:schemeClr val="lt1"/>
                </a:solidFill>
              </a:rPr>
              <a:t> hasta su digitalización creamos una plataforma centralizada y sistematizada, permitiendo a sus usuarios tener un mayor orden en este proceso.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388" name="Google Shape;3388;p42"/>
          <p:cNvSpPr txBox="1"/>
          <p:nvPr/>
        </p:nvSpPr>
        <p:spPr>
          <a:xfrm>
            <a:off x="526800" y="87800"/>
            <a:ext cx="10674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Dominio - ¿</a:t>
            </a:r>
            <a:r>
              <a:rPr lang="en-US" sz="4800">
                <a:solidFill>
                  <a:schemeClr val="lt1"/>
                </a:solidFill>
              </a:rPr>
              <a:t>Que</a:t>
            </a:r>
            <a:r>
              <a:rPr lang="en-US" sz="4800">
                <a:solidFill>
                  <a:schemeClr val="lt1"/>
                </a:solidFill>
              </a:rPr>
              <a:t> soluciona nuestro sistema?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p2"/>
          <p:cNvSpPr txBox="1"/>
          <p:nvPr/>
        </p:nvSpPr>
        <p:spPr>
          <a:xfrm>
            <a:off x="526800" y="87800"/>
            <a:ext cx="11169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Dominio - Flujo del Proceso</a:t>
            </a:r>
            <a:endParaRPr sz="4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chemeClr val="lt1"/>
              </a:solidFill>
            </a:endParaRPr>
          </a:p>
        </p:txBody>
      </p:sp>
      <p:pic>
        <p:nvPicPr>
          <p:cNvPr id="3394" name="Google Shape;3394;p2" title="Nota con foto_pages-to-jpg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898" y="1700045"/>
            <a:ext cx="7500199" cy="46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9" name="Google Shape;3399;g3af7659cfab_0_5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3400" name="Google Shape;3400;g3af7659cfab_0_5"/>
            <p:cNvCxnSpPr>
              <a:stCxn id="3401" idx="7"/>
              <a:endCxn id="3402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3" name="Google Shape;3403;g3af7659cfab_0_5"/>
            <p:cNvCxnSpPr>
              <a:stCxn id="3402" idx="4"/>
              <a:endCxn id="3404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5" name="Google Shape;3405;g3af7659cfab_0_5"/>
            <p:cNvCxnSpPr>
              <a:stCxn id="3406" idx="2"/>
              <a:endCxn id="3407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8" name="Google Shape;3408;g3af7659cfab_0_5"/>
            <p:cNvCxnSpPr>
              <a:stCxn id="3404" idx="5"/>
              <a:endCxn id="3406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9" name="Google Shape;3409;g3af7659cfab_0_5"/>
            <p:cNvCxnSpPr>
              <a:stCxn id="3402" idx="5"/>
              <a:endCxn id="3410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1" name="Google Shape;3411;g3af7659cfab_0_5"/>
            <p:cNvCxnSpPr>
              <a:stCxn id="3406" idx="0"/>
              <a:endCxn id="3410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2" name="Google Shape;3412;g3af7659cfab_0_5"/>
            <p:cNvCxnSpPr>
              <a:stCxn id="3404" idx="3"/>
              <a:endCxn id="3407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3" name="Google Shape;3413;g3af7659cfab_0_5"/>
            <p:cNvCxnSpPr>
              <a:stCxn id="3402" idx="6"/>
              <a:endCxn id="3414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5" name="Google Shape;3415;g3af7659cfab_0_5"/>
            <p:cNvCxnSpPr>
              <a:stCxn id="3406" idx="7"/>
              <a:endCxn id="3414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6" name="Google Shape;3416;g3af7659cfab_0_5"/>
            <p:cNvCxnSpPr>
              <a:stCxn id="3404" idx="6"/>
              <a:endCxn id="3410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7" name="Google Shape;3417;g3af7659cfab_0_5"/>
            <p:cNvCxnSpPr>
              <a:stCxn id="3418" idx="0"/>
              <a:endCxn id="3407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9" name="Google Shape;3419;g3af7659cfab_0_5"/>
            <p:cNvCxnSpPr>
              <a:stCxn id="3410" idx="6"/>
              <a:endCxn id="3414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0" name="Google Shape;3420;g3af7659cfab_0_5"/>
            <p:cNvCxnSpPr>
              <a:stCxn id="3421" idx="0"/>
              <a:endCxn id="3414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2" name="Google Shape;3422;g3af7659cfab_0_5"/>
            <p:cNvCxnSpPr>
              <a:stCxn id="3423" idx="1"/>
              <a:endCxn id="3414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4" name="Google Shape;3424;g3af7659cfab_0_5"/>
            <p:cNvCxnSpPr>
              <a:stCxn id="3423" idx="0"/>
              <a:endCxn id="3425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6" name="Google Shape;3426;g3af7659cfab_0_5"/>
            <p:cNvCxnSpPr>
              <a:stCxn id="3425" idx="2"/>
              <a:endCxn id="3414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7" name="Google Shape;3427;g3af7659cfab_0_5"/>
            <p:cNvCxnSpPr>
              <a:stCxn id="3425" idx="7"/>
              <a:endCxn id="3428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9" name="Google Shape;3429;g3af7659cfab_0_5"/>
            <p:cNvCxnSpPr>
              <a:stCxn id="3425" idx="6"/>
              <a:endCxn id="3430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1" name="Google Shape;3431;g3af7659cfab_0_5"/>
            <p:cNvCxnSpPr>
              <a:stCxn id="3430" idx="7"/>
              <a:endCxn id="3428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2" name="Google Shape;3432;g3af7659cfab_0_5"/>
            <p:cNvCxnSpPr>
              <a:stCxn id="3433" idx="0"/>
              <a:endCxn id="3402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4" name="Google Shape;3434;g3af7659cfab_0_5"/>
            <p:cNvCxnSpPr>
              <a:stCxn id="3407" idx="2"/>
              <a:endCxn id="3433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5" name="Google Shape;3435;g3af7659cfab_0_5"/>
            <p:cNvCxnSpPr>
              <a:stCxn id="3418" idx="1"/>
              <a:endCxn id="3433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6" name="Google Shape;3436;g3af7659cfab_0_5"/>
            <p:cNvCxnSpPr>
              <a:stCxn id="3437" idx="7"/>
              <a:endCxn id="3433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8" name="Google Shape;3438;g3af7659cfab_0_5"/>
            <p:cNvCxnSpPr>
              <a:stCxn id="3401" idx="6"/>
              <a:endCxn id="3433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9" name="Google Shape;3439;g3af7659cfab_0_5"/>
            <p:cNvCxnSpPr>
              <a:stCxn id="3440" idx="7"/>
              <a:endCxn id="3401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1" name="Google Shape;3441;g3af7659cfab_0_5"/>
            <p:cNvCxnSpPr>
              <a:stCxn id="3440" idx="6"/>
              <a:endCxn id="3437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2" name="Google Shape;3442;g3af7659cfab_0_5"/>
            <p:cNvCxnSpPr>
              <a:stCxn id="3440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3" name="Google Shape;3443;g3af7659cfab_0_5"/>
            <p:cNvCxnSpPr>
              <a:stCxn id="3437" idx="6"/>
              <a:endCxn id="3418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4" name="Google Shape;3444;g3af7659cfab_0_5"/>
            <p:cNvCxnSpPr>
              <a:stCxn id="3418" idx="6"/>
              <a:endCxn id="3406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5" name="Google Shape;3445;g3af7659cfab_0_5"/>
            <p:cNvCxnSpPr>
              <a:stCxn id="3421" idx="2"/>
              <a:endCxn id="3406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6" name="Google Shape;3446;g3af7659cfab_0_5"/>
            <p:cNvCxnSpPr>
              <a:endCxn id="3406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7" name="Google Shape;3447;g3af7659cfab_0_5"/>
            <p:cNvCxnSpPr>
              <a:endCxn id="3406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8" name="Google Shape;3448;g3af7659cfab_0_5"/>
            <p:cNvCxnSpPr>
              <a:endCxn id="3421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9" name="Google Shape;3449;g3af7659cfab_0_5"/>
            <p:cNvCxnSpPr>
              <a:stCxn id="3423" idx="2"/>
              <a:endCxn id="3421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0" name="Google Shape;3450;g3af7659cfab_0_5"/>
            <p:cNvCxnSpPr>
              <a:stCxn id="3423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1" name="Google Shape;3451;g3af7659cfab_0_5"/>
            <p:cNvCxnSpPr>
              <a:stCxn id="3452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3" name="Google Shape;3453;g3af7659cfab_0_5"/>
            <p:cNvCxnSpPr>
              <a:stCxn id="3452" idx="2"/>
              <a:endCxn id="3423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4" name="Google Shape;3454;g3af7659cfab_0_5"/>
            <p:cNvCxnSpPr>
              <a:stCxn id="3430" idx="4"/>
              <a:endCxn id="3452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5" name="Google Shape;3455;g3af7659cfab_0_5"/>
            <p:cNvCxnSpPr>
              <a:stCxn id="3456" idx="3"/>
              <a:endCxn id="3452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7" name="Google Shape;3457;g3af7659cfab_0_5"/>
            <p:cNvCxnSpPr>
              <a:stCxn id="3456" idx="2"/>
              <a:endCxn id="3430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8" name="Google Shape;3458;g3af7659cfab_0_5"/>
            <p:cNvCxnSpPr>
              <a:stCxn id="3456" idx="1"/>
              <a:endCxn id="3428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9" name="Google Shape;3459;g3af7659cfab_0_5"/>
            <p:cNvCxnSpPr>
              <a:stCxn id="3460" idx="1"/>
              <a:endCxn id="3428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61" name="Google Shape;3461;g3af7659cfab_0_5"/>
            <p:cNvCxnSpPr>
              <a:stCxn id="3460" idx="0"/>
              <a:endCxn id="3462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63" name="Google Shape;3463;g3af7659cfab_0_5"/>
            <p:cNvCxnSpPr>
              <a:stCxn id="3464" idx="0"/>
              <a:endCxn id="3465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66" name="Google Shape;3466;g3af7659cfab_0_5"/>
            <p:cNvCxnSpPr>
              <a:stCxn id="3467" idx="0"/>
              <a:endCxn id="3465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68" name="Google Shape;3468;g3af7659cfab_0_5"/>
            <p:cNvCxnSpPr>
              <a:stCxn id="3469" idx="3"/>
              <a:endCxn id="3470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1" name="Google Shape;3471;g3af7659cfab_0_5"/>
            <p:cNvCxnSpPr>
              <a:stCxn id="3469" idx="1"/>
              <a:endCxn id="3460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2" name="Google Shape;3472;g3af7659cfab_0_5"/>
            <p:cNvCxnSpPr>
              <a:stCxn id="3464" idx="2"/>
              <a:endCxn id="3460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3" name="Google Shape;3473;g3af7659cfab_0_5"/>
            <p:cNvCxnSpPr>
              <a:stCxn id="3465" idx="3"/>
              <a:endCxn id="3460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4" name="Google Shape;3474;g3af7659cfab_0_5"/>
            <p:cNvCxnSpPr>
              <a:stCxn id="3465" idx="2"/>
              <a:endCxn id="3462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5" name="Google Shape;3475;g3af7659cfab_0_5"/>
            <p:cNvCxnSpPr>
              <a:stCxn id="3462" idx="1"/>
              <a:endCxn id="3428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6" name="Google Shape;3476;g3af7659cfab_0_5"/>
            <p:cNvCxnSpPr>
              <a:stCxn id="3460" idx="2"/>
              <a:endCxn id="3456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7" name="Google Shape;3477;g3af7659cfab_0_5"/>
            <p:cNvCxnSpPr>
              <a:stCxn id="3470" idx="1"/>
              <a:endCxn id="3456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8" name="Google Shape;3478;g3af7659cfab_0_5"/>
            <p:cNvCxnSpPr>
              <a:stCxn id="3456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9" name="Google Shape;3479;g3af7659cfab_0_5"/>
            <p:cNvCxnSpPr>
              <a:stCxn id="3452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0" name="Google Shape;3480;g3af7659cfab_0_5"/>
            <p:cNvCxnSpPr>
              <a:stCxn id="3470" idx="7"/>
              <a:endCxn id="3460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1" name="Google Shape;3481;g3af7659cfab_0_5"/>
            <p:cNvCxnSpPr>
              <a:stCxn id="3423" idx="7"/>
              <a:endCxn id="3430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2" name="Google Shape;3482;g3af7659cfab_0_5"/>
            <p:cNvCxnSpPr>
              <a:stCxn id="3469" idx="7"/>
              <a:endCxn id="3464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02" name="Google Shape;3402;g3af7659cfab_0_5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3" name="Google Shape;3433;g3af7659cfab_0_5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g3af7659cfab_0_5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7" name="Google Shape;3437;g3af7659cfab_0_5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g3af7659cfab_0_5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g3af7659cfab_0_5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g3af7659cfab_0_5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g3af7659cfab_0_5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g3af7659cfab_0_5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g3af7659cfab_0_5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g3af7659cfab_0_5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g3af7659cfab_0_5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g3af7659cfab_0_5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g3af7659cfab_0_5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g3af7659cfab_0_5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g3af7659cfab_0_5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g3af7659cfab_0_5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g3af7659cfab_0_5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g3af7659cfab_0_5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g3af7659cfab_0_5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g3af7659cfab_0_5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g3af7659cfab_0_5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g3af7659cfab_0_5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3" name="Google Shape;3483;g3af7659cfab_0_5"/>
            <p:cNvCxnSpPr>
              <a:stCxn id="3404" idx="2"/>
              <a:endCxn id="3433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4" name="Google Shape;3484;g3af7659cfab_0_5"/>
            <p:cNvCxnSpPr>
              <a:stCxn id="3401" idx="4"/>
              <a:endCxn id="3437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0" name="Google Shape;3440;g3af7659cfab_0_5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5" name="Google Shape;3485;g3af7659cfab_0_5"/>
            <p:cNvCxnSpPr>
              <a:stCxn id="3440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6" name="Google Shape;3486;g3af7659cfab_0_5"/>
            <p:cNvCxnSpPr>
              <a:stCxn id="3440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7" name="Google Shape;3487;g3af7659cfab_0_5"/>
            <p:cNvCxnSpPr>
              <a:stCxn id="3440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8" name="Google Shape;3488;g3af7659cfab_0_5"/>
            <p:cNvCxnSpPr>
              <a:endCxn id="3401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9" name="Google Shape;3489;g3af7659cfab_0_5"/>
            <p:cNvCxnSpPr>
              <a:endCxn id="3423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0" name="Google Shape;3490;g3af7659cfab_0_5"/>
            <p:cNvCxnSpPr>
              <a:stCxn id="3401" idx="1"/>
              <a:endCxn id="3491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91" name="Google Shape;3491;g3af7659cfab_0_5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2" name="Google Shape;3492;g3af7659cfab_0_5"/>
            <p:cNvCxnSpPr>
              <a:stCxn id="3491" idx="6"/>
              <a:endCxn id="3402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3" name="Google Shape;3493;g3af7659cfab_0_5"/>
            <p:cNvCxnSpPr>
              <a:endCxn id="3491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4" name="Google Shape;3494;g3af7659cfab_0_5"/>
            <p:cNvCxnSpPr>
              <a:stCxn id="3495" idx="7"/>
              <a:endCxn id="3496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7" name="Google Shape;3497;g3af7659cfab_0_5"/>
            <p:cNvCxnSpPr>
              <a:stCxn id="3496" idx="4"/>
              <a:endCxn id="3498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9" name="Google Shape;3499;g3af7659cfab_0_5"/>
            <p:cNvCxnSpPr>
              <a:stCxn id="3500" idx="2"/>
              <a:endCxn id="3501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2" name="Google Shape;3502;g3af7659cfab_0_5"/>
            <p:cNvCxnSpPr>
              <a:stCxn id="3498" idx="5"/>
              <a:endCxn id="3500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3" name="Google Shape;3503;g3af7659cfab_0_5"/>
            <p:cNvCxnSpPr>
              <a:stCxn id="3496" idx="5"/>
              <a:endCxn id="3504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5" name="Google Shape;3505;g3af7659cfab_0_5"/>
            <p:cNvCxnSpPr>
              <a:stCxn id="3500" idx="0"/>
              <a:endCxn id="3504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6" name="Google Shape;3506;g3af7659cfab_0_5"/>
            <p:cNvCxnSpPr>
              <a:stCxn id="3498" idx="3"/>
              <a:endCxn id="3501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7" name="Google Shape;3507;g3af7659cfab_0_5"/>
            <p:cNvCxnSpPr>
              <a:stCxn id="3496" idx="6"/>
              <a:endCxn id="3508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9" name="Google Shape;3509;g3af7659cfab_0_5"/>
            <p:cNvCxnSpPr>
              <a:stCxn id="3500" idx="7"/>
              <a:endCxn id="3508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0" name="Google Shape;3510;g3af7659cfab_0_5"/>
            <p:cNvCxnSpPr>
              <a:stCxn id="3498" idx="6"/>
              <a:endCxn id="3504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1" name="Google Shape;3511;g3af7659cfab_0_5"/>
            <p:cNvCxnSpPr>
              <a:stCxn id="3512" idx="0"/>
              <a:endCxn id="3501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3" name="Google Shape;3513;g3af7659cfab_0_5"/>
            <p:cNvCxnSpPr>
              <a:stCxn id="3504" idx="6"/>
              <a:endCxn id="3508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4" name="Google Shape;3514;g3af7659cfab_0_5"/>
            <p:cNvCxnSpPr>
              <a:stCxn id="3515" idx="0"/>
              <a:endCxn id="3508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6" name="Google Shape;3516;g3af7659cfab_0_5"/>
            <p:cNvCxnSpPr>
              <a:stCxn id="3517" idx="1"/>
              <a:endCxn id="3508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8" name="Google Shape;3518;g3af7659cfab_0_5"/>
            <p:cNvCxnSpPr>
              <a:stCxn id="3517" idx="0"/>
              <a:endCxn id="3519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0" name="Google Shape;3520;g3af7659cfab_0_5"/>
            <p:cNvCxnSpPr>
              <a:stCxn id="3519" idx="2"/>
              <a:endCxn id="3508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1" name="Google Shape;3521;g3af7659cfab_0_5"/>
            <p:cNvCxnSpPr>
              <a:stCxn id="3519" idx="7"/>
              <a:endCxn id="3522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3" name="Google Shape;3523;g3af7659cfab_0_5"/>
            <p:cNvCxnSpPr>
              <a:stCxn id="3519" idx="6"/>
              <a:endCxn id="3524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5" name="Google Shape;3525;g3af7659cfab_0_5"/>
            <p:cNvCxnSpPr>
              <a:stCxn id="3524" idx="7"/>
              <a:endCxn id="3522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6" name="Google Shape;3526;g3af7659cfab_0_5"/>
            <p:cNvCxnSpPr>
              <a:stCxn id="3527" idx="0"/>
              <a:endCxn id="3496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8" name="Google Shape;3528;g3af7659cfab_0_5"/>
            <p:cNvCxnSpPr>
              <a:stCxn id="3501" idx="2"/>
              <a:endCxn id="3527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29" name="Google Shape;3529;g3af7659cfab_0_5"/>
            <p:cNvCxnSpPr>
              <a:stCxn id="3512" idx="1"/>
              <a:endCxn id="3527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0" name="Google Shape;3530;g3af7659cfab_0_5"/>
            <p:cNvCxnSpPr>
              <a:stCxn id="3531" idx="7"/>
              <a:endCxn id="3527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2" name="Google Shape;3532;g3af7659cfab_0_5"/>
            <p:cNvCxnSpPr>
              <a:stCxn id="3495" idx="6"/>
              <a:endCxn id="3527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3" name="Google Shape;3533;g3af7659cfab_0_5"/>
            <p:cNvCxnSpPr>
              <a:stCxn id="3534" idx="7"/>
              <a:endCxn id="3495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5" name="Google Shape;3535;g3af7659cfab_0_5"/>
            <p:cNvCxnSpPr>
              <a:stCxn id="3534" idx="6"/>
              <a:endCxn id="3531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6" name="Google Shape;3536;g3af7659cfab_0_5"/>
            <p:cNvCxnSpPr>
              <a:stCxn id="3534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7" name="Google Shape;3537;g3af7659cfab_0_5"/>
            <p:cNvCxnSpPr>
              <a:stCxn id="3531" idx="6"/>
              <a:endCxn id="3512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8" name="Google Shape;3538;g3af7659cfab_0_5"/>
            <p:cNvCxnSpPr>
              <a:stCxn id="3512" idx="6"/>
              <a:endCxn id="3500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9" name="Google Shape;3539;g3af7659cfab_0_5"/>
            <p:cNvCxnSpPr>
              <a:stCxn id="3515" idx="2"/>
              <a:endCxn id="3500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0" name="Google Shape;3540;g3af7659cfab_0_5"/>
            <p:cNvCxnSpPr>
              <a:endCxn id="3500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1" name="Google Shape;3541;g3af7659cfab_0_5"/>
            <p:cNvCxnSpPr>
              <a:endCxn id="3500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2" name="Google Shape;3542;g3af7659cfab_0_5"/>
            <p:cNvCxnSpPr>
              <a:endCxn id="3515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3" name="Google Shape;3543;g3af7659cfab_0_5"/>
            <p:cNvCxnSpPr>
              <a:stCxn id="3517" idx="2"/>
              <a:endCxn id="3515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4" name="Google Shape;3544;g3af7659cfab_0_5"/>
            <p:cNvCxnSpPr>
              <a:stCxn id="3517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5" name="Google Shape;3545;g3af7659cfab_0_5"/>
            <p:cNvCxnSpPr>
              <a:stCxn id="3546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7" name="Google Shape;3547;g3af7659cfab_0_5"/>
            <p:cNvCxnSpPr>
              <a:stCxn id="3546" idx="2"/>
              <a:endCxn id="3517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8" name="Google Shape;3548;g3af7659cfab_0_5"/>
            <p:cNvCxnSpPr>
              <a:stCxn id="3524" idx="4"/>
              <a:endCxn id="3546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49" name="Google Shape;3549;g3af7659cfab_0_5"/>
            <p:cNvCxnSpPr>
              <a:stCxn id="3550" idx="3"/>
              <a:endCxn id="3546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1" name="Google Shape;3551;g3af7659cfab_0_5"/>
            <p:cNvCxnSpPr>
              <a:stCxn id="3550" idx="2"/>
              <a:endCxn id="3524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2" name="Google Shape;3552;g3af7659cfab_0_5"/>
            <p:cNvCxnSpPr>
              <a:stCxn id="3550" idx="1"/>
              <a:endCxn id="3522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3" name="Google Shape;3553;g3af7659cfab_0_5"/>
            <p:cNvCxnSpPr>
              <a:stCxn id="3554" idx="1"/>
              <a:endCxn id="3522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5" name="Google Shape;3555;g3af7659cfab_0_5"/>
            <p:cNvCxnSpPr>
              <a:stCxn id="3554" idx="0"/>
              <a:endCxn id="3556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7" name="Google Shape;3557;g3af7659cfab_0_5"/>
            <p:cNvCxnSpPr>
              <a:stCxn id="3558" idx="0"/>
              <a:endCxn id="3559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0" name="Google Shape;3560;g3af7659cfab_0_5"/>
            <p:cNvCxnSpPr>
              <a:endCxn id="3559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1" name="Google Shape;3561;g3af7659cfab_0_5"/>
            <p:cNvCxnSpPr>
              <a:endCxn id="3558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2" name="Google Shape;3562;g3af7659cfab_0_5"/>
            <p:cNvCxnSpPr>
              <a:endCxn id="3563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4" name="Google Shape;3564;g3af7659cfab_0_5"/>
            <p:cNvCxnSpPr>
              <a:stCxn id="3563" idx="3"/>
              <a:endCxn id="3565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6" name="Google Shape;3566;g3af7659cfab_0_5"/>
            <p:cNvCxnSpPr>
              <a:stCxn id="3563" idx="1"/>
              <a:endCxn id="3554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7" name="Google Shape;3567;g3af7659cfab_0_5"/>
            <p:cNvCxnSpPr>
              <a:stCxn id="3558" idx="2"/>
              <a:endCxn id="3554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8" name="Google Shape;3568;g3af7659cfab_0_5"/>
            <p:cNvCxnSpPr>
              <a:stCxn id="3559" idx="3"/>
              <a:endCxn id="3554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9" name="Google Shape;3569;g3af7659cfab_0_5"/>
            <p:cNvCxnSpPr>
              <a:stCxn id="3559" idx="2"/>
              <a:endCxn id="3556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0" name="Google Shape;3570;g3af7659cfab_0_5"/>
            <p:cNvCxnSpPr>
              <a:stCxn id="3556" idx="1"/>
              <a:endCxn id="3522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1" name="Google Shape;3571;g3af7659cfab_0_5"/>
            <p:cNvCxnSpPr>
              <a:stCxn id="3554" idx="2"/>
              <a:endCxn id="3550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2" name="Google Shape;3572;g3af7659cfab_0_5"/>
            <p:cNvCxnSpPr>
              <a:stCxn id="3565" idx="1"/>
              <a:endCxn id="3550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3" name="Google Shape;3573;g3af7659cfab_0_5"/>
            <p:cNvCxnSpPr>
              <a:stCxn id="3550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4" name="Google Shape;3574;g3af7659cfab_0_5"/>
            <p:cNvCxnSpPr>
              <a:stCxn id="3546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5" name="Google Shape;3575;g3af7659cfab_0_5"/>
            <p:cNvCxnSpPr>
              <a:stCxn id="3565" idx="7"/>
              <a:endCxn id="3554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6" name="Google Shape;3576;g3af7659cfab_0_5"/>
            <p:cNvCxnSpPr>
              <a:stCxn id="3517" idx="7"/>
              <a:endCxn id="3524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7" name="Google Shape;3577;g3af7659cfab_0_5"/>
            <p:cNvCxnSpPr>
              <a:stCxn id="3563" idx="7"/>
              <a:endCxn id="3558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96" name="Google Shape;3496;g3af7659cfab_0_5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g3af7659cfab_0_5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g3af7659cfab_0_5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g3af7659cfab_0_5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g3af7659cfab_0_5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0" name="Google Shape;3500;g3af7659cfab_0_5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5" name="Google Shape;3515;g3af7659cfab_0_5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8" name="Google Shape;3508;g3af7659cfab_0_5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g3af7659cfab_0_5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7" name="Google Shape;3517;g3af7659cfab_0_5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6" name="Google Shape;3546;g3af7659cfab_0_5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5" name="Google Shape;3565;g3af7659cfab_0_5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g3af7659cfab_0_5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g3af7659cfab_0_5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0" name="Google Shape;3550;g3af7659cfab_0_5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g3af7659cfab_0_5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g3af7659cfab_0_5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g3af7659cfab_0_5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g3af7659cfab_0_5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3" name="Google Shape;3563;g3af7659cfab_0_5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g3af7659cfab_0_5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g3af7659cfab_0_5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g3af7659cfab_0_5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78" name="Google Shape;3578;g3af7659cfab_0_5"/>
            <p:cNvCxnSpPr>
              <a:stCxn id="3498" idx="2"/>
              <a:endCxn id="3527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9" name="Google Shape;3579;g3af7659cfab_0_5"/>
            <p:cNvCxnSpPr>
              <a:stCxn id="3495" idx="4"/>
              <a:endCxn id="3531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34" name="Google Shape;3534;g3af7659cfab_0_5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0" name="Google Shape;3580;g3af7659cfab_0_5"/>
            <p:cNvCxnSpPr>
              <a:stCxn id="3534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1" name="Google Shape;3581;g3af7659cfab_0_5"/>
            <p:cNvCxnSpPr>
              <a:stCxn id="3534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2" name="Google Shape;3582;g3af7659cfab_0_5"/>
            <p:cNvCxnSpPr>
              <a:stCxn id="3534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3" name="Google Shape;3583;g3af7659cfab_0_5"/>
            <p:cNvCxnSpPr>
              <a:stCxn id="3464" idx="5"/>
              <a:endCxn id="3495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4" name="Google Shape;3584;g3af7659cfab_0_5"/>
            <p:cNvCxnSpPr>
              <a:endCxn id="3517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5" name="Google Shape;3585;g3af7659cfab_0_5"/>
            <p:cNvCxnSpPr>
              <a:stCxn id="3495" idx="1"/>
              <a:endCxn id="3467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67" name="Google Shape;3467;g3af7659cfab_0_5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6" name="Google Shape;3586;g3af7659cfab_0_5"/>
            <p:cNvCxnSpPr>
              <a:stCxn id="3467" idx="6"/>
              <a:endCxn id="3496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7" name="Google Shape;3587;g3af7659cfab_0_5"/>
            <p:cNvCxnSpPr>
              <a:stCxn id="3464" idx="1"/>
              <a:endCxn id="3467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88" name="Google Shape;3588;g3af7659cfab_0_5"/>
          <p:cNvSpPr txBox="1"/>
          <p:nvPr/>
        </p:nvSpPr>
        <p:spPr>
          <a:xfrm>
            <a:off x="526800" y="87800"/>
            <a:ext cx="11242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Dominio - usuarios del sistema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9" name="Google Shape;3589;g3af7659cfab_0_5"/>
          <p:cNvSpPr txBox="1"/>
          <p:nvPr/>
        </p:nvSpPr>
        <p:spPr>
          <a:xfrm>
            <a:off x="1792600" y="1863775"/>
            <a:ext cx="85089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b="1" lang="en-US" sz="2400">
                <a:solidFill>
                  <a:schemeClr val="lt1"/>
                </a:solidFill>
              </a:rPr>
              <a:t>Administrador: </a:t>
            </a:r>
            <a:r>
              <a:rPr lang="en-US" sz="2400">
                <a:solidFill>
                  <a:schemeClr val="lt1"/>
                </a:solidFill>
              </a:rPr>
              <a:t>gestiona la plataforma y supervisar el flujo completo del tratamiento documental.</a:t>
            </a:r>
            <a:br>
              <a:rPr lang="en-US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b="1" lang="en-US" sz="2400">
                <a:solidFill>
                  <a:schemeClr val="lt1"/>
                </a:solidFill>
              </a:rPr>
              <a:t>Revisor: </a:t>
            </a:r>
            <a:r>
              <a:rPr lang="en-US" sz="2400">
                <a:solidFill>
                  <a:schemeClr val="lt1"/>
                </a:solidFill>
              </a:rPr>
              <a:t>Evalúa</a:t>
            </a:r>
            <a:r>
              <a:rPr lang="en-US" sz="2400">
                <a:solidFill>
                  <a:schemeClr val="lt1"/>
                </a:solidFill>
              </a:rPr>
              <a:t> el estado físico de los libros y registrar observaciones iniciales sobre cada ejemplar.</a:t>
            </a:r>
            <a:br>
              <a:rPr lang="en-US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b="1" lang="en-US" sz="2400">
                <a:solidFill>
                  <a:schemeClr val="lt1"/>
                </a:solidFill>
              </a:rPr>
              <a:t>Restaurador:</a:t>
            </a:r>
            <a:r>
              <a:rPr lang="en-US" sz="2400">
                <a:solidFill>
                  <a:schemeClr val="lt1"/>
                </a:solidFill>
              </a:rPr>
              <a:t> Es responsable de las acciones físicas de conservación y recuperación del libro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3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4" name="Google Shape;3594;g3af7659cfab_1_197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3595" name="Google Shape;3595;g3af7659cfab_1_197"/>
            <p:cNvCxnSpPr>
              <a:stCxn id="3596" idx="7"/>
              <a:endCxn id="3597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8" name="Google Shape;3598;g3af7659cfab_1_197"/>
            <p:cNvCxnSpPr>
              <a:stCxn id="3597" idx="4"/>
              <a:endCxn id="3599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0" name="Google Shape;3600;g3af7659cfab_1_197"/>
            <p:cNvCxnSpPr>
              <a:stCxn id="3601" idx="2"/>
              <a:endCxn id="3602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3" name="Google Shape;3603;g3af7659cfab_1_197"/>
            <p:cNvCxnSpPr>
              <a:stCxn id="3599" idx="5"/>
              <a:endCxn id="3601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4" name="Google Shape;3604;g3af7659cfab_1_197"/>
            <p:cNvCxnSpPr>
              <a:stCxn id="3597" idx="5"/>
              <a:endCxn id="3605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6" name="Google Shape;3606;g3af7659cfab_1_197"/>
            <p:cNvCxnSpPr>
              <a:stCxn id="3601" idx="0"/>
              <a:endCxn id="3605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7" name="Google Shape;3607;g3af7659cfab_1_197"/>
            <p:cNvCxnSpPr>
              <a:stCxn id="3599" idx="3"/>
              <a:endCxn id="3602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8" name="Google Shape;3608;g3af7659cfab_1_197"/>
            <p:cNvCxnSpPr>
              <a:stCxn id="3597" idx="6"/>
              <a:endCxn id="3609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0" name="Google Shape;3610;g3af7659cfab_1_197"/>
            <p:cNvCxnSpPr>
              <a:stCxn id="3601" idx="7"/>
              <a:endCxn id="3609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1" name="Google Shape;3611;g3af7659cfab_1_197"/>
            <p:cNvCxnSpPr>
              <a:stCxn id="3599" idx="6"/>
              <a:endCxn id="3605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2" name="Google Shape;3612;g3af7659cfab_1_197"/>
            <p:cNvCxnSpPr>
              <a:stCxn id="3613" idx="0"/>
              <a:endCxn id="3602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4" name="Google Shape;3614;g3af7659cfab_1_197"/>
            <p:cNvCxnSpPr>
              <a:stCxn id="3605" idx="6"/>
              <a:endCxn id="3609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5" name="Google Shape;3615;g3af7659cfab_1_197"/>
            <p:cNvCxnSpPr>
              <a:stCxn id="3616" idx="0"/>
              <a:endCxn id="3609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7" name="Google Shape;3617;g3af7659cfab_1_197"/>
            <p:cNvCxnSpPr>
              <a:stCxn id="3618" idx="1"/>
              <a:endCxn id="3609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9" name="Google Shape;3619;g3af7659cfab_1_197"/>
            <p:cNvCxnSpPr>
              <a:stCxn id="3618" idx="0"/>
              <a:endCxn id="3620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1" name="Google Shape;3621;g3af7659cfab_1_197"/>
            <p:cNvCxnSpPr>
              <a:stCxn id="3620" idx="2"/>
              <a:endCxn id="3609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2" name="Google Shape;3622;g3af7659cfab_1_197"/>
            <p:cNvCxnSpPr>
              <a:stCxn id="3620" idx="7"/>
              <a:endCxn id="3623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4" name="Google Shape;3624;g3af7659cfab_1_197"/>
            <p:cNvCxnSpPr>
              <a:stCxn id="3620" idx="6"/>
              <a:endCxn id="3625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6" name="Google Shape;3626;g3af7659cfab_1_197"/>
            <p:cNvCxnSpPr>
              <a:stCxn id="3625" idx="7"/>
              <a:endCxn id="3623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7" name="Google Shape;3627;g3af7659cfab_1_197"/>
            <p:cNvCxnSpPr>
              <a:stCxn id="3628" idx="0"/>
              <a:endCxn id="3597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9" name="Google Shape;3629;g3af7659cfab_1_197"/>
            <p:cNvCxnSpPr>
              <a:stCxn id="3602" idx="2"/>
              <a:endCxn id="3628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0" name="Google Shape;3630;g3af7659cfab_1_197"/>
            <p:cNvCxnSpPr>
              <a:stCxn id="3613" idx="1"/>
              <a:endCxn id="3628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1" name="Google Shape;3631;g3af7659cfab_1_197"/>
            <p:cNvCxnSpPr>
              <a:stCxn id="3632" idx="7"/>
              <a:endCxn id="3628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3" name="Google Shape;3633;g3af7659cfab_1_197"/>
            <p:cNvCxnSpPr>
              <a:stCxn id="3596" idx="6"/>
              <a:endCxn id="3628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4" name="Google Shape;3634;g3af7659cfab_1_197"/>
            <p:cNvCxnSpPr>
              <a:stCxn id="3635" idx="7"/>
              <a:endCxn id="3596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6" name="Google Shape;3636;g3af7659cfab_1_197"/>
            <p:cNvCxnSpPr>
              <a:stCxn id="3635" idx="6"/>
              <a:endCxn id="3632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7" name="Google Shape;3637;g3af7659cfab_1_197"/>
            <p:cNvCxnSpPr>
              <a:stCxn id="3635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8" name="Google Shape;3638;g3af7659cfab_1_197"/>
            <p:cNvCxnSpPr>
              <a:stCxn id="3632" idx="6"/>
              <a:endCxn id="3613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9" name="Google Shape;3639;g3af7659cfab_1_197"/>
            <p:cNvCxnSpPr>
              <a:stCxn id="3613" idx="6"/>
              <a:endCxn id="3601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0" name="Google Shape;3640;g3af7659cfab_1_197"/>
            <p:cNvCxnSpPr>
              <a:stCxn id="3616" idx="2"/>
              <a:endCxn id="3601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1" name="Google Shape;3641;g3af7659cfab_1_197"/>
            <p:cNvCxnSpPr>
              <a:endCxn id="3601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2" name="Google Shape;3642;g3af7659cfab_1_197"/>
            <p:cNvCxnSpPr>
              <a:endCxn id="3601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3" name="Google Shape;3643;g3af7659cfab_1_197"/>
            <p:cNvCxnSpPr>
              <a:endCxn id="3616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4" name="Google Shape;3644;g3af7659cfab_1_197"/>
            <p:cNvCxnSpPr>
              <a:stCxn id="3618" idx="2"/>
              <a:endCxn id="3616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5" name="Google Shape;3645;g3af7659cfab_1_197"/>
            <p:cNvCxnSpPr>
              <a:stCxn id="3618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6" name="Google Shape;3646;g3af7659cfab_1_197"/>
            <p:cNvCxnSpPr>
              <a:stCxn id="3647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8" name="Google Shape;3648;g3af7659cfab_1_197"/>
            <p:cNvCxnSpPr>
              <a:stCxn id="3647" idx="2"/>
              <a:endCxn id="3618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9" name="Google Shape;3649;g3af7659cfab_1_197"/>
            <p:cNvCxnSpPr>
              <a:stCxn id="3625" idx="4"/>
              <a:endCxn id="3647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0" name="Google Shape;3650;g3af7659cfab_1_197"/>
            <p:cNvCxnSpPr>
              <a:stCxn id="3651" idx="3"/>
              <a:endCxn id="3647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2" name="Google Shape;3652;g3af7659cfab_1_197"/>
            <p:cNvCxnSpPr>
              <a:stCxn id="3651" idx="2"/>
              <a:endCxn id="3625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3" name="Google Shape;3653;g3af7659cfab_1_197"/>
            <p:cNvCxnSpPr>
              <a:stCxn id="3651" idx="1"/>
              <a:endCxn id="3623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4" name="Google Shape;3654;g3af7659cfab_1_197"/>
            <p:cNvCxnSpPr>
              <a:stCxn id="3655" idx="1"/>
              <a:endCxn id="3623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6" name="Google Shape;3656;g3af7659cfab_1_197"/>
            <p:cNvCxnSpPr>
              <a:stCxn id="3655" idx="0"/>
              <a:endCxn id="3657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58" name="Google Shape;3658;g3af7659cfab_1_197"/>
            <p:cNvCxnSpPr>
              <a:stCxn id="3659" idx="0"/>
              <a:endCxn id="3660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1" name="Google Shape;3661;g3af7659cfab_1_197"/>
            <p:cNvCxnSpPr>
              <a:stCxn id="3662" idx="0"/>
              <a:endCxn id="3660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3" name="Google Shape;3663;g3af7659cfab_1_197"/>
            <p:cNvCxnSpPr>
              <a:stCxn id="3664" idx="3"/>
              <a:endCxn id="3665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6" name="Google Shape;3666;g3af7659cfab_1_197"/>
            <p:cNvCxnSpPr>
              <a:stCxn id="3664" idx="1"/>
              <a:endCxn id="3655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7" name="Google Shape;3667;g3af7659cfab_1_197"/>
            <p:cNvCxnSpPr>
              <a:stCxn id="3659" idx="2"/>
              <a:endCxn id="3655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8" name="Google Shape;3668;g3af7659cfab_1_197"/>
            <p:cNvCxnSpPr>
              <a:stCxn id="3660" idx="3"/>
              <a:endCxn id="3655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9" name="Google Shape;3669;g3af7659cfab_1_197"/>
            <p:cNvCxnSpPr>
              <a:stCxn id="3660" idx="2"/>
              <a:endCxn id="3657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0" name="Google Shape;3670;g3af7659cfab_1_197"/>
            <p:cNvCxnSpPr>
              <a:stCxn id="3657" idx="1"/>
              <a:endCxn id="3623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1" name="Google Shape;3671;g3af7659cfab_1_197"/>
            <p:cNvCxnSpPr>
              <a:stCxn id="3655" idx="2"/>
              <a:endCxn id="3651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2" name="Google Shape;3672;g3af7659cfab_1_197"/>
            <p:cNvCxnSpPr>
              <a:stCxn id="3665" idx="1"/>
              <a:endCxn id="3651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3" name="Google Shape;3673;g3af7659cfab_1_197"/>
            <p:cNvCxnSpPr>
              <a:stCxn id="3651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4" name="Google Shape;3674;g3af7659cfab_1_197"/>
            <p:cNvCxnSpPr>
              <a:stCxn id="3647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5" name="Google Shape;3675;g3af7659cfab_1_197"/>
            <p:cNvCxnSpPr>
              <a:stCxn id="3665" idx="7"/>
              <a:endCxn id="3655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6" name="Google Shape;3676;g3af7659cfab_1_197"/>
            <p:cNvCxnSpPr>
              <a:stCxn id="3618" idx="7"/>
              <a:endCxn id="3625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7" name="Google Shape;3677;g3af7659cfab_1_197"/>
            <p:cNvCxnSpPr>
              <a:stCxn id="3664" idx="7"/>
              <a:endCxn id="3659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97" name="Google Shape;3597;g3af7659cfab_1_197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g3af7659cfab_1_197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g3af7659cfab_1_197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g3af7659cfab_1_197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g3af7659cfab_1_197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g3af7659cfab_1_197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g3af7659cfab_1_197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g3af7659cfab_1_197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g3af7659cfab_1_197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g3af7659cfab_1_197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g3af7659cfab_1_197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g3af7659cfab_1_197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g3af7659cfab_1_197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g3af7659cfab_1_197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g3af7659cfab_1_197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g3af7659cfab_1_197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g3af7659cfab_1_197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g3af7659cfab_1_197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g3af7659cfab_1_197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g3af7659cfab_1_197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g3af7659cfab_1_197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g3af7659cfab_1_197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g3af7659cfab_1_197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78" name="Google Shape;3678;g3af7659cfab_1_197"/>
            <p:cNvCxnSpPr>
              <a:stCxn id="3599" idx="2"/>
              <a:endCxn id="3628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9" name="Google Shape;3679;g3af7659cfab_1_197"/>
            <p:cNvCxnSpPr>
              <a:stCxn id="3596" idx="4"/>
              <a:endCxn id="3632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35" name="Google Shape;3635;g3af7659cfab_1_197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80" name="Google Shape;3680;g3af7659cfab_1_197"/>
            <p:cNvCxnSpPr>
              <a:stCxn id="3635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1" name="Google Shape;3681;g3af7659cfab_1_197"/>
            <p:cNvCxnSpPr>
              <a:stCxn id="3635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2" name="Google Shape;3682;g3af7659cfab_1_197"/>
            <p:cNvCxnSpPr>
              <a:stCxn id="3635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3" name="Google Shape;3683;g3af7659cfab_1_197"/>
            <p:cNvCxnSpPr>
              <a:endCxn id="3596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4" name="Google Shape;3684;g3af7659cfab_1_197"/>
            <p:cNvCxnSpPr>
              <a:endCxn id="3618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5" name="Google Shape;3685;g3af7659cfab_1_197"/>
            <p:cNvCxnSpPr>
              <a:stCxn id="3596" idx="1"/>
              <a:endCxn id="3686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86" name="Google Shape;3686;g3af7659cfab_1_197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87" name="Google Shape;3687;g3af7659cfab_1_197"/>
            <p:cNvCxnSpPr>
              <a:stCxn id="3686" idx="6"/>
              <a:endCxn id="3597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8" name="Google Shape;3688;g3af7659cfab_1_197"/>
            <p:cNvCxnSpPr>
              <a:endCxn id="3686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9" name="Google Shape;3689;g3af7659cfab_1_197"/>
            <p:cNvCxnSpPr>
              <a:stCxn id="3690" idx="7"/>
              <a:endCxn id="3691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2" name="Google Shape;3692;g3af7659cfab_1_197"/>
            <p:cNvCxnSpPr>
              <a:stCxn id="3691" idx="4"/>
              <a:endCxn id="3693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4" name="Google Shape;3694;g3af7659cfab_1_197"/>
            <p:cNvCxnSpPr>
              <a:stCxn id="3695" idx="2"/>
              <a:endCxn id="3696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7" name="Google Shape;3697;g3af7659cfab_1_197"/>
            <p:cNvCxnSpPr>
              <a:stCxn id="3693" idx="5"/>
              <a:endCxn id="3695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8" name="Google Shape;3698;g3af7659cfab_1_197"/>
            <p:cNvCxnSpPr>
              <a:stCxn id="3691" idx="5"/>
              <a:endCxn id="3699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0" name="Google Shape;3700;g3af7659cfab_1_197"/>
            <p:cNvCxnSpPr>
              <a:stCxn id="3695" idx="0"/>
              <a:endCxn id="3699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1" name="Google Shape;3701;g3af7659cfab_1_197"/>
            <p:cNvCxnSpPr>
              <a:stCxn id="3693" idx="3"/>
              <a:endCxn id="3696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2" name="Google Shape;3702;g3af7659cfab_1_197"/>
            <p:cNvCxnSpPr>
              <a:stCxn id="3691" idx="6"/>
              <a:endCxn id="3703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4" name="Google Shape;3704;g3af7659cfab_1_197"/>
            <p:cNvCxnSpPr>
              <a:stCxn id="3695" idx="7"/>
              <a:endCxn id="3703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5" name="Google Shape;3705;g3af7659cfab_1_197"/>
            <p:cNvCxnSpPr>
              <a:stCxn id="3693" idx="6"/>
              <a:endCxn id="3699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6" name="Google Shape;3706;g3af7659cfab_1_197"/>
            <p:cNvCxnSpPr>
              <a:stCxn id="3707" idx="0"/>
              <a:endCxn id="3696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8" name="Google Shape;3708;g3af7659cfab_1_197"/>
            <p:cNvCxnSpPr>
              <a:stCxn id="3699" idx="6"/>
              <a:endCxn id="3703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9" name="Google Shape;3709;g3af7659cfab_1_197"/>
            <p:cNvCxnSpPr>
              <a:stCxn id="3710" idx="0"/>
              <a:endCxn id="3703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1" name="Google Shape;3711;g3af7659cfab_1_197"/>
            <p:cNvCxnSpPr>
              <a:stCxn id="3712" idx="1"/>
              <a:endCxn id="3703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3" name="Google Shape;3713;g3af7659cfab_1_197"/>
            <p:cNvCxnSpPr>
              <a:stCxn id="3712" idx="0"/>
              <a:endCxn id="3714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5" name="Google Shape;3715;g3af7659cfab_1_197"/>
            <p:cNvCxnSpPr>
              <a:stCxn id="3714" idx="2"/>
              <a:endCxn id="3703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6" name="Google Shape;3716;g3af7659cfab_1_197"/>
            <p:cNvCxnSpPr>
              <a:stCxn id="3714" idx="7"/>
              <a:endCxn id="3717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8" name="Google Shape;3718;g3af7659cfab_1_197"/>
            <p:cNvCxnSpPr>
              <a:stCxn id="3714" idx="6"/>
              <a:endCxn id="3719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0" name="Google Shape;3720;g3af7659cfab_1_197"/>
            <p:cNvCxnSpPr>
              <a:stCxn id="3719" idx="7"/>
              <a:endCxn id="3717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1" name="Google Shape;3721;g3af7659cfab_1_197"/>
            <p:cNvCxnSpPr>
              <a:stCxn id="3722" idx="0"/>
              <a:endCxn id="3691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3" name="Google Shape;3723;g3af7659cfab_1_197"/>
            <p:cNvCxnSpPr>
              <a:stCxn id="3696" idx="2"/>
              <a:endCxn id="3722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4" name="Google Shape;3724;g3af7659cfab_1_197"/>
            <p:cNvCxnSpPr>
              <a:stCxn id="3707" idx="1"/>
              <a:endCxn id="3722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5" name="Google Shape;3725;g3af7659cfab_1_197"/>
            <p:cNvCxnSpPr>
              <a:stCxn id="3726" idx="7"/>
              <a:endCxn id="3722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7" name="Google Shape;3727;g3af7659cfab_1_197"/>
            <p:cNvCxnSpPr>
              <a:stCxn id="3690" idx="6"/>
              <a:endCxn id="3722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8" name="Google Shape;3728;g3af7659cfab_1_197"/>
            <p:cNvCxnSpPr>
              <a:stCxn id="3729" idx="7"/>
              <a:endCxn id="3690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0" name="Google Shape;3730;g3af7659cfab_1_197"/>
            <p:cNvCxnSpPr>
              <a:stCxn id="3729" idx="6"/>
              <a:endCxn id="3726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1" name="Google Shape;3731;g3af7659cfab_1_197"/>
            <p:cNvCxnSpPr>
              <a:stCxn id="3729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2" name="Google Shape;3732;g3af7659cfab_1_197"/>
            <p:cNvCxnSpPr>
              <a:stCxn id="3726" idx="6"/>
              <a:endCxn id="3707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3" name="Google Shape;3733;g3af7659cfab_1_197"/>
            <p:cNvCxnSpPr>
              <a:stCxn id="3707" idx="6"/>
              <a:endCxn id="3695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4" name="Google Shape;3734;g3af7659cfab_1_197"/>
            <p:cNvCxnSpPr>
              <a:stCxn id="3710" idx="2"/>
              <a:endCxn id="3695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5" name="Google Shape;3735;g3af7659cfab_1_197"/>
            <p:cNvCxnSpPr>
              <a:endCxn id="3695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6" name="Google Shape;3736;g3af7659cfab_1_197"/>
            <p:cNvCxnSpPr>
              <a:endCxn id="3695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7" name="Google Shape;3737;g3af7659cfab_1_197"/>
            <p:cNvCxnSpPr>
              <a:endCxn id="3710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8" name="Google Shape;3738;g3af7659cfab_1_197"/>
            <p:cNvCxnSpPr>
              <a:stCxn id="3712" idx="2"/>
              <a:endCxn id="3710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9" name="Google Shape;3739;g3af7659cfab_1_197"/>
            <p:cNvCxnSpPr>
              <a:stCxn id="3712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0" name="Google Shape;3740;g3af7659cfab_1_197"/>
            <p:cNvCxnSpPr>
              <a:stCxn id="3741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2" name="Google Shape;3742;g3af7659cfab_1_197"/>
            <p:cNvCxnSpPr>
              <a:stCxn id="3741" idx="2"/>
              <a:endCxn id="3712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3" name="Google Shape;3743;g3af7659cfab_1_197"/>
            <p:cNvCxnSpPr>
              <a:stCxn id="3719" idx="4"/>
              <a:endCxn id="3741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4" name="Google Shape;3744;g3af7659cfab_1_197"/>
            <p:cNvCxnSpPr>
              <a:stCxn id="3745" idx="3"/>
              <a:endCxn id="3741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6" name="Google Shape;3746;g3af7659cfab_1_197"/>
            <p:cNvCxnSpPr>
              <a:stCxn id="3745" idx="2"/>
              <a:endCxn id="3719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7" name="Google Shape;3747;g3af7659cfab_1_197"/>
            <p:cNvCxnSpPr>
              <a:stCxn id="3745" idx="1"/>
              <a:endCxn id="3717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8" name="Google Shape;3748;g3af7659cfab_1_197"/>
            <p:cNvCxnSpPr>
              <a:stCxn id="3749" idx="1"/>
              <a:endCxn id="3717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0" name="Google Shape;3750;g3af7659cfab_1_197"/>
            <p:cNvCxnSpPr>
              <a:stCxn id="3749" idx="0"/>
              <a:endCxn id="3751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2" name="Google Shape;3752;g3af7659cfab_1_197"/>
            <p:cNvCxnSpPr>
              <a:stCxn id="3753" idx="0"/>
              <a:endCxn id="3754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5" name="Google Shape;3755;g3af7659cfab_1_197"/>
            <p:cNvCxnSpPr>
              <a:endCxn id="3754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6" name="Google Shape;3756;g3af7659cfab_1_197"/>
            <p:cNvCxnSpPr>
              <a:endCxn id="3753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7" name="Google Shape;3757;g3af7659cfab_1_197"/>
            <p:cNvCxnSpPr>
              <a:endCxn id="3758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9" name="Google Shape;3759;g3af7659cfab_1_197"/>
            <p:cNvCxnSpPr>
              <a:stCxn id="3758" idx="3"/>
              <a:endCxn id="3760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1" name="Google Shape;3761;g3af7659cfab_1_197"/>
            <p:cNvCxnSpPr>
              <a:stCxn id="3758" idx="1"/>
              <a:endCxn id="3749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2" name="Google Shape;3762;g3af7659cfab_1_197"/>
            <p:cNvCxnSpPr>
              <a:stCxn id="3753" idx="2"/>
              <a:endCxn id="3749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3" name="Google Shape;3763;g3af7659cfab_1_197"/>
            <p:cNvCxnSpPr>
              <a:stCxn id="3754" idx="3"/>
              <a:endCxn id="3749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4" name="Google Shape;3764;g3af7659cfab_1_197"/>
            <p:cNvCxnSpPr>
              <a:stCxn id="3754" idx="2"/>
              <a:endCxn id="3751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5" name="Google Shape;3765;g3af7659cfab_1_197"/>
            <p:cNvCxnSpPr>
              <a:stCxn id="3751" idx="1"/>
              <a:endCxn id="3717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6" name="Google Shape;3766;g3af7659cfab_1_197"/>
            <p:cNvCxnSpPr>
              <a:stCxn id="3749" idx="2"/>
              <a:endCxn id="3745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7" name="Google Shape;3767;g3af7659cfab_1_197"/>
            <p:cNvCxnSpPr>
              <a:stCxn id="3760" idx="1"/>
              <a:endCxn id="3745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8" name="Google Shape;3768;g3af7659cfab_1_197"/>
            <p:cNvCxnSpPr>
              <a:stCxn id="3745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9" name="Google Shape;3769;g3af7659cfab_1_197"/>
            <p:cNvCxnSpPr>
              <a:stCxn id="3741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0" name="Google Shape;3770;g3af7659cfab_1_197"/>
            <p:cNvCxnSpPr>
              <a:stCxn id="3760" idx="7"/>
              <a:endCxn id="3749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1" name="Google Shape;3771;g3af7659cfab_1_197"/>
            <p:cNvCxnSpPr>
              <a:stCxn id="3712" idx="7"/>
              <a:endCxn id="3719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2" name="Google Shape;3772;g3af7659cfab_1_197"/>
            <p:cNvCxnSpPr>
              <a:stCxn id="3758" idx="7"/>
              <a:endCxn id="3753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91" name="Google Shape;3691;g3af7659cfab_1_197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g3af7659cfab_1_197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g3af7659cfab_1_197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g3af7659cfab_1_197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g3af7659cfab_1_197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g3af7659cfab_1_197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g3af7659cfab_1_197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g3af7659cfab_1_197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g3af7659cfab_1_197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g3af7659cfab_1_197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g3af7659cfab_1_197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g3af7659cfab_1_197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g3af7659cfab_1_197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g3af7659cfab_1_197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g3af7659cfab_1_197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g3af7659cfab_1_197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g3af7659cfab_1_197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g3af7659cfab_1_197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g3af7659cfab_1_197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g3af7659cfab_1_197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g3af7659cfab_1_197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g3af7659cfab_1_197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g3af7659cfab_1_197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73" name="Google Shape;3773;g3af7659cfab_1_197"/>
            <p:cNvCxnSpPr>
              <a:stCxn id="3693" idx="2"/>
              <a:endCxn id="3722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4" name="Google Shape;3774;g3af7659cfab_1_197"/>
            <p:cNvCxnSpPr>
              <a:stCxn id="3690" idx="4"/>
              <a:endCxn id="3726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29" name="Google Shape;3729;g3af7659cfab_1_197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75" name="Google Shape;3775;g3af7659cfab_1_197"/>
            <p:cNvCxnSpPr>
              <a:stCxn id="3729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6" name="Google Shape;3776;g3af7659cfab_1_197"/>
            <p:cNvCxnSpPr>
              <a:stCxn id="3729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7" name="Google Shape;3777;g3af7659cfab_1_197"/>
            <p:cNvCxnSpPr>
              <a:stCxn id="3729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8" name="Google Shape;3778;g3af7659cfab_1_197"/>
            <p:cNvCxnSpPr>
              <a:stCxn id="3659" idx="5"/>
              <a:endCxn id="3690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9" name="Google Shape;3779;g3af7659cfab_1_197"/>
            <p:cNvCxnSpPr>
              <a:endCxn id="3712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0" name="Google Shape;3780;g3af7659cfab_1_197"/>
            <p:cNvCxnSpPr>
              <a:stCxn id="3690" idx="1"/>
              <a:endCxn id="3662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62" name="Google Shape;3662;g3af7659cfab_1_197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81" name="Google Shape;3781;g3af7659cfab_1_197"/>
            <p:cNvCxnSpPr>
              <a:stCxn id="3662" idx="6"/>
              <a:endCxn id="3691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2" name="Google Shape;3782;g3af7659cfab_1_197"/>
            <p:cNvCxnSpPr>
              <a:stCxn id="3659" idx="1"/>
              <a:endCxn id="3662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83" name="Google Shape;3783;g3af7659cfab_1_197"/>
          <p:cNvSpPr txBox="1"/>
          <p:nvPr/>
        </p:nvSpPr>
        <p:spPr>
          <a:xfrm>
            <a:off x="526800" y="87800"/>
            <a:ext cx="11242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Dominio - usuarios del sistema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4" name="Google Shape;3784;g3af7659cfab_1_197"/>
          <p:cNvSpPr txBox="1"/>
          <p:nvPr/>
        </p:nvSpPr>
        <p:spPr>
          <a:xfrm>
            <a:off x="1810950" y="1728875"/>
            <a:ext cx="85701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b="1" lang="en-US" sz="2400">
                <a:solidFill>
                  <a:schemeClr val="lt1"/>
                </a:solidFill>
              </a:rPr>
              <a:t>Digitalizador:</a:t>
            </a:r>
            <a:r>
              <a:rPr lang="en-US" sz="2400">
                <a:solidFill>
                  <a:schemeClr val="lt1"/>
                </a:solidFill>
              </a:rPr>
              <a:t> Se encarga de transformar el libro restaurado en formato digital</a:t>
            </a:r>
            <a:br>
              <a:rPr lang="en-US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b="1" lang="en-US" sz="2400">
                <a:solidFill>
                  <a:schemeClr val="lt1"/>
                </a:solidFill>
              </a:rPr>
              <a:t>Clasificador:</a:t>
            </a:r>
            <a:r>
              <a:rPr lang="en-US" sz="2400">
                <a:solidFill>
                  <a:schemeClr val="lt1"/>
                </a:solidFill>
              </a:rPr>
              <a:t> Su función es organizar, etiquetar y categorizar los libros digitales para facilitar su búsqueda y acceso.</a:t>
            </a:r>
            <a:br>
              <a:rPr lang="en-US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b="1" lang="en-US" sz="2400">
                <a:solidFill>
                  <a:schemeClr val="lt1"/>
                </a:solidFill>
              </a:rPr>
              <a:t>Lector:</a:t>
            </a:r>
            <a:r>
              <a:rPr lang="en-US" sz="2400">
                <a:solidFill>
                  <a:schemeClr val="lt1"/>
                </a:solidFill>
              </a:rPr>
              <a:t> Usuario externo al proceso de digitalización, solo tiene permisos para ver y descargar libros ya digitalizados y clasificados.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8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" name="Google Shape;3789;g3af7659cfab_0_399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3790" name="Google Shape;3790;g3af7659cfab_0_399"/>
            <p:cNvCxnSpPr>
              <a:stCxn id="3791" idx="7"/>
              <a:endCxn id="3792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3" name="Google Shape;3793;g3af7659cfab_0_399"/>
            <p:cNvCxnSpPr>
              <a:stCxn id="3792" idx="4"/>
              <a:endCxn id="3794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5" name="Google Shape;3795;g3af7659cfab_0_399"/>
            <p:cNvCxnSpPr>
              <a:stCxn id="3796" idx="2"/>
              <a:endCxn id="3797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8" name="Google Shape;3798;g3af7659cfab_0_399"/>
            <p:cNvCxnSpPr>
              <a:stCxn id="3794" idx="5"/>
              <a:endCxn id="3796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9" name="Google Shape;3799;g3af7659cfab_0_399"/>
            <p:cNvCxnSpPr>
              <a:stCxn id="3792" idx="5"/>
              <a:endCxn id="3800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1" name="Google Shape;3801;g3af7659cfab_0_399"/>
            <p:cNvCxnSpPr>
              <a:stCxn id="3796" idx="0"/>
              <a:endCxn id="3800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2" name="Google Shape;3802;g3af7659cfab_0_399"/>
            <p:cNvCxnSpPr>
              <a:stCxn id="3794" idx="3"/>
              <a:endCxn id="3797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3" name="Google Shape;3803;g3af7659cfab_0_399"/>
            <p:cNvCxnSpPr>
              <a:stCxn id="3792" idx="6"/>
              <a:endCxn id="3804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5" name="Google Shape;3805;g3af7659cfab_0_399"/>
            <p:cNvCxnSpPr>
              <a:stCxn id="3796" idx="7"/>
              <a:endCxn id="3804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6" name="Google Shape;3806;g3af7659cfab_0_399"/>
            <p:cNvCxnSpPr>
              <a:stCxn id="3794" idx="6"/>
              <a:endCxn id="3800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7" name="Google Shape;3807;g3af7659cfab_0_399"/>
            <p:cNvCxnSpPr>
              <a:stCxn id="3808" idx="0"/>
              <a:endCxn id="3797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9" name="Google Shape;3809;g3af7659cfab_0_399"/>
            <p:cNvCxnSpPr>
              <a:stCxn id="3800" idx="6"/>
              <a:endCxn id="3804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0" name="Google Shape;3810;g3af7659cfab_0_399"/>
            <p:cNvCxnSpPr>
              <a:stCxn id="3811" idx="0"/>
              <a:endCxn id="3804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2" name="Google Shape;3812;g3af7659cfab_0_399"/>
            <p:cNvCxnSpPr>
              <a:stCxn id="3813" idx="1"/>
              <a:endCxn id="3804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4" name="Google Shape;3814;g3af7659cfab_0_399"/>
            <p:cNvCxnSpPr>
              <a:stCxn id="3813" idx="0"/>
              <a:endCxn id="3815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6" name="Google Shape;3816;g3af7659cfab_0_399"/>
            <p:cNvCxnSpPr>
              <a:stCxn id="3815" idx="2"/>
              <a:endCxn id="3804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7" name="Google Shape;3817;g3af7659cfab_0_399"/>
            <p:cNvCxnSpPr>
              <a:stCxn id="3815" idx="7"/>
              <a:endCxn id="3818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9" name="Google Shape;3819;g3af7659cfab_0_399"/>
            <p:cNvCxnSpPr>
              <a:stCxn id="3815" idx="6"/>
              <a:endCxn id="3820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1" name="Google Shape;3821;g3af7659cfab_0_399"/>
            <p:cNvCxnSpPr>
              <a:stCxn id="3820" idx="7"/>
              <a:endCxn id="3818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2" name="Google Shape;3822;g3af7659cfab_0_399"/>
            <p:cNvCxnSpPr>
              <a:stCxn id="3823" idx="0"/>
              <a:endCxn id="3792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4" name="Google Shape;3824;g3af7659cfab_0_399"/>
            <p:cNvCxnSpPr>
              <a:stCxn id="3797" idx="2"/>
              <a:endCxn id="3823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5" name="Google Shape;3825;g3af7659cfab_0_399"/>
            <p:cNvCxnSpPr>
              <a:stCxn id="3808" idx="1"/>
              <a:endCxn id="3823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6" name="Google Shape;3826;g3af7659cfab_0_399"/>
            <p:cNvCxnSpPr>
              <a:stCxn id="3827" idx="7"/>
              <a:endCxn id="3823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8" name="Google Shape;3828;g3af7659cfab_0_399"/>
            <p:cNvCxnSpPr>
              <a:stCxn id="3791" idx="6"/>
              <a:endCxn id="3823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9" name="Google Shape;3829;g3af7659cfab_0_399"/>
            <p:cNvCxnSpPr>
              <a:stCxn id="3830" idx="7"/>
              <a:endCxn id="3791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1" name="Google Shape;3831;g3af7659cfab_0_399"/>
            <p:cNvCxnSpPr>
              <a:stCxn id="3830" idx="6"/>
              <a:endCxn id="3827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2" name="Google Shape;3832;g3af7659cfab_0_399"/>
            <p:cNvCxnSpPr>
              <a:stCxn id="3830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3" name="Google Shape;3833;g3af7659cfab_0_399"/>
            <p:cNvCxnSpPr>
              <a:stCxn id="3827" idx="6"/>
              <a:endCxn id="3808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4" name="Google Shape;3834;g3af7659cfab_0_399"/>
            <p:cNvCxnSpPr>
              <a:stCxn id="3808" idx="6"/>
              <a:endCxn id="3796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5" name="Google Shape;3835;g3af7659cfab_0_399"/>
            <p:cNvCxnSpPr>
              <a:stCxn id="3811" idx="2"/>
              <a:endCxn id="3796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6" name="Google Shape;3836;g3af7659cfab_0_399"/>
            <p:cNvCxnSpPr>
              <a:endCxn id="3796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7" name="Google Shape;3837;g3af7659cfab_0_399"/>
            <p:cNvCxnSpPr>
              <a:endCxn id="3796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8" name="Google Shape;3838;g3af7659cfab_0_399"/>
            <p:cNvCxnSpPr>
              <a:endCxn id="3811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9" name="Google Shape;3839;g3af7659cfab_0_399"/>
            <p:cNvCxnSpPr>
              <a:stCxn id="3813" idx="2"/>
              <a:endCxn id="3811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0" name="Google Shape;3840;g3af7659cfab_0_399"/>
            <p:cNvCxnSpPr>
              <a:stCxn id="3813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1" name="Google Shape;3841;g3af7659cfab_0_399"/>
            <p:cNvCxnSpPr>
              <a:stCxn id="3842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3" name="Google Shape;3843;g3af7659cfab_0_399"/>
            <p:cNvCxnSpPr>
              <a:stCxn id="3842" idx="2"/>
              <a:endCxn id="3813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4" name="Google Shape;3844;g3af7659cfab_0_399"/>
            <p:cNvCxnSpPr>
              <a:stCxn id="3820" idx="4"/>
              <a:endCxn id="3842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5" name="Google Shape;3845;g3af7659cfab_0_399"/>
            <p:cNvCxnSpPr>
              <a:stCxn id="3846" idx="3"/>
              <a:endCxn id="3842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7" name="Google Shape;3847;g3af7659cfab_0_399"/>
            <p:cNvCxnSpPr>
              <a:stCxn id="3846" idx="2"/>
              <a:endCxn id="3820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8" name="Google Shape;3848;g3af7659cfab_0_399"/>
            <p:cNvCxnSpPr>
              <a:stCxn id="3846" idx="1"/>
              <a:endCxn id="3818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9" name="Google Shape;3849;g3af7659cfab_0_399"/>
            <p:cNvCxnSpPr>
              <a:stCxn id="3850" idx="1"/>
              <a:endCxn id="3818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1" name="Google Shape;3851;g3af7659cfab_0_399"/>
            <p:cNvCxnSpPr>
              <a:stCxn id="3850" idx="0"/>
              <a:endCxn id="3852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3" name="Google Shape;3853;g3af7659cfab_0_399"/>
            <p:cNvCxnSpPr>
              <a:stCxn id="3854" idx="0"/>
              <a:endCxn id="3855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6" name="Google Shape;3856;g3af7659cfab_0_399"/>
            <p:cNvCxnSpPr>
              <a:stCxn id="3857" idx="0"/>
              <a:endCxn id="3855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8" name="Google Shape;3858;g3af7659cfab_0_399"/>
            <p:cNvCxnSpPr>
              <a:stCxn id="3859" idx="3"/>
              <a:endCxn id="3860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1" name="Google Shape;3861;g3af7659cfab_0_399"/>
            <p:cNvCxnSpPr>
              <a:stCxn id="3859" idx="1"/>
              <a:endCxn id="3850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2" name="Google Shape;3862;g3af7659cfab_0_399"/>
            <p:cNvCxnSpPr>
              <a:stCxn id="3854" idx="2"/>
              <a:endCxn id="3850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3" name="Google Shape;3863;g3af7659cfab_0_399"/>
            <p:cNvCxnSpPr>
              <a:stCxn id="3855" idx="3"/>
              <a:endCxn id="3850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4" name="Google Shape;3864;g3af7659cfab_0_399"/>
            <p:cNvCxnSpPr>
              <a:stCxn id="3855" idx="2"/>
              <a:endCxn id="3852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5" name="Google Shape;3865;g3af7659cfab_0_399"/>
            <p:cNvCxnSpPr>
              <a:stCxn id="3852" idx="1"/>
              <a:endCxn id="3818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6" name="Google Shape;3866;g3af7659cfab_0_399"/>
            <p:cNvCxnSpPr>
              <a:stCxn id="3850" idx="2"/>
              <a:endCxn id="3846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7" name="Google Shape;3867;g3af7659cfab_0_399"/>
            <p:cNvCxnSpPr>
              <a:stCxn id="3860" idx="1"/>
              <a:endCxn id="3846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8" name="Google Shape;3868;g3af7659cfab_0_399"/>
            <p:cNvCxnSpPr>
              <a:stCxn id="3846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69" name="Google Shape;3869;g3af7659cfab_0_399"/>
            <p:cNvCxnSpPr>
              <a:stCxn id="3842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0" name="Google Shape;3870;g3af7659cfab_0_399"/>
            <p:cNvCxnSpPr>
              <a:stCxn id="3860" idx="7"/>
              <a:endCxn id="3850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1" name="Google Shape;3871;g3af7659cfab_0_399"/>
            <p:cNvCxnSpPr>
              <a:stCxn id="3813" idx="7"/>
              <a:endCxn id="3820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2" name="Google Shape;3872;g3af7659cfab_0_399"/>
            <p:cNvCxnSpPr>
              <a:stCxn id="3859" idx="7"/>
              <a:endCxn id="3854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92" name="Google Shape;3792;g3af7659cfab_0_399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g3af7659cfab_0_399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g3af7659cfab_0_399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g3af7659cfab_0_399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g3af7659cfab_0_399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g3af7659cfab_0_399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g3af7659cfab_0_399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g3af7659cfab_0_399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g3af7659cfab_0_399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g3af7659cfab_0_399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g3af7659cfab_0_399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0" name="Google Shape;3860;g3af7659cfab_0_399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0" name="Google Shape;3850;g3af7659cfab_0_399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2" name="Google Shape;3852;g3af7659cfab_0_399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6" name="Google Shape;3846;g3af7659cfab_0_399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g3af7659cfab_0_399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g3af7659cfab_0_399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5" name="Google Shape;3855;g3af7659cfab_0_399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4" name="Google Shape;3854;g3af7659cfab_0_399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g3af7659cfab_0_399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g3af7659cfab_0_399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g3af7659cfab_0_399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g3af7659cfab_0_399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3" name="Google Shape;3873;g3af7659cfab_0_399"/>
            <p:cNvCxnSpPr>
              <a:stCxn id="3794" idx="2"/>
              <a:endCxn id="3823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4" name="Google Shape;3874;g3af7659cfab_0_399"/>
            <p:cNvCxnSpPr>
              <a:stCxn id="3791" idx="4"/>
              <a:endCxn id="3827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30" name="Google Shape;3830;g3af7659cfab_0_399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5" name="Google Shape;3875;g3af7659cfab_0_399"/>
            <p:cNvCxnSpPr>
              <a:stCxn id="3830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6" name="Google Shape;3876;g3af7659cfab_0_399"/>
            <p:cNvCxnSpPr>
              <a:stCxn id="3830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7" name="Google Shape;3877;g3af7659cfab_0_399"/>
            <p:cNvCxnSpPr>
              <a:stCxn id="3830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8" name="Google Shape;3878;g3af7659cfab_0_399"/>
            <p:cNvCxnSpPr>
              <a:endCxn id="3791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79" name="Google Shape;3879;g3af7659cfab_0_399"/>
            <p:cNvCxnSpPr>
              <a:endCxn id="3813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0" name="Google Shape;3880;g3af7659cfab_0_399"/>
            <p:cNvCxnSpPr>
              <a:stCxn id="3791" idx="1"/>
              <a:endCxn id="3881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81" name="Google Shape;3881;g3af7659cfab_0_399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82" name="Google Shape;3882;g3af7659cfab_0_399"/>
            <p:cNvCxnSpPr>
              <a:stCxn id="3881" idx="6"/>
              <a:endCxn id="3792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3" name="Google Shape;3883;g3af7659cfab_0_399"/>
            <p:cNvCxnSpPr>
              <a:endCxn id="3881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4" name="Google Shape;3884;g3af7659cfab_0_399"/>
            <p:cNvCxnSpPr>
              <a:stCxn id="3885" idx="7"/>
              <a:endCxn id="3886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7" name="Google Shape;3887;g3af7659cfab_0_399"/>
            <p:cNvCxnSpPr>
              <a:stCxn id="3886" idx="4"/>
              <a:endCxn id="3888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9" name="Google Shape;3889;g3af7659cfab_0_399"/>
            <p:cNvCxnSpPr>
              <a:stCxn id="3890" idx="2"/>
              <a:endCxn id="3891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2" name="Google Shape;3892;g3af7659cfab_0_399"/>
            <p:cNvCxnSpPr>
              <a:stCxn id="3888" idx="5"/>
              <a:endCxn id="3890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3" name="Google Shape;3893;g3af7659cfab_0_399"/>
            <p:cNvCxnSpPr>
              <a:stCxn id="3886" idx="5"/>
              <a:endCxn id="3894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5" name="Google Shape;3895;g3af7659cfab_0_399"/>
            <p:cNvCxnSpPr>
              <a:stCxn id="3890" idx="0"/>
              <a:endCxn id="3894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6" name="Google Shape;3896;g3af7659cfab_0_399"/>
            <p:cNvCxnSpPr>
              <a:stCxn id="3888" idx="3"/>
              <a:endCxn id="3891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7" name="Google Shape;3897;g3af7659cfab_0_399"/>
            <p:cNvCxnSpPr>
              <a:stCxn id="3886" idx="6"/>
              <a:endCxn id="3898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9" name="Google Shape;3899;g3af7659cfab_0_399"/>
            <p:cNvCxnSpPr>
              <a:stCxn id="3890" idx="7"/>
              <a:endCxn id="3898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0" name="Google Shape;3900;g3af7659cfab_0_399"/>
            <p:cNvCxnSpPr>
              <a:stCxn id="3888" idx="6"/>
              <a:endCxn id="3894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1" name="Google Shape;3901;g3af7659cfab_0_399"/>
            <p:cNvCxnSpPr>
              <a:stCxn id="3902" idx="0"/>
              <a:endCxn id="3891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3" name="Google Shape;3903;g3af7659cfab_0_399"/>
            <p:cNvCxnSpPr>
              <a:stCxn id="3894" idx="6"/>
              <a:endCxn id="3898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4" name="Google Shape;3904;g3af7659cfab_0_399"/>
            <p:cNvCxnSpPr>
              <a:stCxn id="3905" idx="0"/>
              <a:endCxn id="3898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6" name="Google Shape;3906;g3af7659cfab_0_399"/>
            <p:cNvCxnSpPr>
              <a:stCxn id="3907" idx="1"/>
              <a:endCxn id="3898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8" name="Google Shape;3908;g3af7659cfab_0_399"/>
            <p:cNvCxnSpPr>
              <a:stCxn id="3907" idx="0"/>
              <a:endCxn id="3909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0" name="Google Shape;3910;g3af7659cfab_0_399"/>
            <p:cNvCxnSpPr>
              <a:stCxn id="3909" idx="2"/>
              <a:endCxn id="3898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1" name="Google Shape;3911;g3af7659cfab_0_399"/>
            <p:cNvCxnSpPr>
              <a:stCxn id="3909" idx="7"/>
              <a:endCxn id="3912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3" name="Google Shape;3913;g3af7659cfab_0_399"/>
            <p:cNvCxnSpPr>
              <a:stCxn id="3909" idx="6"/>
              <a:endCxn id="3914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5" name="Google Shape;3915;g3af7659cfab_0_399"/>
            <p:cNvCxnSpPr>
              <a:stCxn id="3914" idx="7"/>
              <a:endCxn id="3912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6" name="Google Shape;3916;g3af7659cfab_0_399"/>
            <p:cNvCxnSpPr>
              <a:stCxn id="3917" idx="0"/>
              <a:endCxn id="3886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8" name="Google Shape;3918;g3af7659cfab_0_399"/>
            <p:cNvCxnSpPr>
              <a:stCxn id="3891" idx="2"/>
              <a:endCxn id="3917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9" name="Google Shape;3919;g3af7659cfab_0_399"/>
            <p:cNvCxnSpPr>
              <a:stCxn id="3902" idx="1"/>
              <a:endCxn id="3917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0" name="Google Shape;3920;g3af7659cfab_0_399"/>
            <p:cNvCxnSpPr>
              <a:stCxn id="3921" idx="7"/>
              <a:endCxn id="3917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2" name="Google Shape;3922;g3af7659cfab_0_399"/>
            <p:cNvCxnSpPr>
              <a:stCxn id="3885" idx="6"/>
              <a:endCxn id="3917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3" name="Google Shape;3923;g3af7659cfab_0_399"/>
            <p:cNvCxnSpPr>
              <a:stCxn id="3924" idx="7"/>
              <a:endCxn id="3885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5" name="Google Shape;3925;g3af7659cfab_0_399"/>
            <p:cNvCxnSpPr>
              <a:stCxn id="3924" idx="6"/>
              <a:endCxn id="3921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6" name="Google Shape;3926;g3af7659cfab_0_399"/>
            <p:cNvCxnSpPr>
              <a:stCxn id="3924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7" name="Google Shape;3927;g3af7659cfab_0_399"/>
            <p:cNvCxnSpPr>
              <a:stCxn id="3921" idx="6"/>
              <a:endCxn id="3902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8" name="Google Shape;3928;g3af7659cfab_0_399"/>
            <p:cNvCxnSpPr>
              <a:stCxn id="3902" idx="6"/>
              <a:endCxn id="3890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9" name="Google Shape;3929;g3af7659cfab_0_399"/>
            <p:cNvCxnSpPr>
              <a:stCxn id="3905" idx="2"/>
              <a:endCxn id="3890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0" name="Google Shape;3930;g3af7659cfab_0_399"/>
            <p:cNvCxnSpPr>
              <a:endCxn id="3890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1" name="Google Shape;3931;g3af7659cfab_0_399"/>
            <p:cNvCxnSpPr>
              <a:endCxn id="3890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2" name="Google Shape;3932;g3af7659cfab_0_399"/>
            <p:cNvCxnSpPr>
              <a:endCxn id="3905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3" name="Google Shape;3933;g3af7659cfab_0_399"/>
            <p:cNvCxnSpPr>
              <a:stCxn id="3907" idx="2"/>
              <a:endCxn id="3905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4" name="Google Shape;3934;g3af7659cfab_0_399"/>
            <p:cNvCxnSpPr>
              <a:stCxn id="3907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5" name="Google Shape;3935;g3af7659cfab_0_399"/>
            <p:cNvCxnSpPr>
              <a:stCxn id="3936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7" name="Google Shape;3937;g3af7659cfab_0_399"/>
            <p:cNvCxnSpPr>
              <a:stCxn id="3936" idx="2"/>
              <a:endCxn id="3907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8" name="Google Shape;3938;g3af7659cfab_0_399"/>
            <p:cNvCxnSpPr>
              <a:stCxn id="3914" idx="4"/>
              <a:endCxn id="3936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9" name="Google Shape;3939;g3af7659cfab_0_399"/>
            <p:cNvCxnSpPr>
              <a:stCxn id="3940" idx="3"/>
              <a:endCxn id="3936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1" name="Google Shape;3941;g3af7659cfab_0_399"/>
            <p:cNvCxnSpPr>
              <a:stCxn id="3940" idx="2"/>
              <a:endCxn id="3914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2" name="Google Shape;3942;g3af7659cfab_0_399"/>
            <p:cNvCxnSpPr>
              <a:stCxn id="3940" idx="1"/>
              <a:endCxn id="3912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3" name="Google Shape;3943;g3af7659cfab_0_399"/>
            <p:cNvCxnSpPr>
              <a:stCxn id="3944" idx="1"/>
              <a:endCxn id="3912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5" name="Google Shape;3945;g3af7659cfab_0_399"/>
            <p:cNvCxnSpPr>
              <a:stCxn id="3944" idx="0"/>
              <a:endCxn id="3946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7" name="Google Shape;3947;g3af7659cfab_0_399"/>
            <p:cNvCxnSpPr>
              <a:stCxn id="3948" idx="0"/>
              <a:endCxn id="3949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0" name="Google Shape;3950;g3af7659cfab_0_399"/>
            <p:cNvCxnSpPr>
              <a:endCxn id="3949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1" name="Google Shape;3951;g3af7659cfab_0_399"/>
            <p:cNvCxnSpPr>
              <a:endCxn id="3948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2" name="Google Shape;3952;g3af7659cfab_0_399"/>
            <p:cNvCxnSpPr>
              <a:endCxn id="3953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4" name="Google Shape;3954;g3af7659cfab_0_399"/>
            <p:cNvCxnSpPr>
              <a:stCxn id="3953" idx="3"/>
              <a:endCxn id="3955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6" name="Google Shape;3956;g3af7659cfab_0_399"/>
            <p:cNvCxnSpPr>
              <a:stCxn id="3953" idx="1"/>
              <a:endCxn id="3944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7" name="Google Shape;3957;g3af7659cfab_0_399"/>
            <p:cNvCxnSpPr>
              <a:stCxn id="3948" idx="2"/>
              <a:endCxn id="3944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8" name="Google Shape;3958;g3af7659cfab_0_399"/>
            <p:cNvCxnSpPr>
              <a:stCxn id="3949" idx="3"/>
              <a:endCxn id="3944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9" name="Google Shape;3959;g3af7659cfab_0_399"/>
            <p:cNvCxnSpPr>
              <a:stCxn id="3949" idx="2"/>
              <a:endCxn id="3946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0" name="Google Shape;3960;g3af7659cfab_0_399"/>
            <p:cNvCxnSpPr>
              <a:stCxn id="3946" idx="1"/>
              <a:endCxn id="3912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1" name="Google Shape;3961;g3af7659cfab_0_399"/>
            <p:cNvCxnSpPr>
              <a:stCxn id="3944" idx="2"/>
              <a:endCxn id="3940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2" name="Google Shape;3962;g3af7659cfab_0_399"/>
            <p:cNvCxnSpPr>
              <a:stCxn id="3955" idx="1"/>
              <a:endCxn id="3940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3" name="Google Shape;3963;g3af7659cfab_0_399"/>
            <p:cNvCxnSpPr>
              <a:stCxn id="3940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4" name="Google Shape;3964;g3af7659cfab_0_399"/>
            <p:cNvCxnSpPr>
              <a:stCxn id="3936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5" name="Google Shape;3965;g3af7659cfab_0_399"/>
            <p:cNvCxnSpPr>
              <a:stCxn id="3955" idx="7"/>
              <a:endCxn id="3944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6" name="Google Shape;3966;g3af7659cfab_0_399"/>
            <p:cNvCxnSpPr>
              <a:stCxn id="3907" idx="7"/>
              <a:endCxn id="3914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7" name="Google Shape;3967;g3af7659cfab_0_399"/>
            <p:cNvCxnSpPr>
              <a:stCxn id="3953" idx="7"/>
              <a:endCxn id="3948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86" name="Google Shape;3886;g3af7659cfab_0_399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7" name="Google Shape;3917;g3af7659cfab_0_399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g3af7659cfab_0_399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1" name="Google Shape;3921;g3af7659cfab_0_399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2" name="Google Shape;3902;g3af7659cfab_0_399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0" name="Google Shape;3890;g3af7659cfab_0_399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5" name="Google Shape;3905;g3af7659cfab_0_399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g3af7659cfab_0_399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9" name="Google Shape;3909;g3af7659cfab_0_399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7" name="Google Shape;3907;g3af7659cfab_0_399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6" name="Google Shape;3936;g3af7659cfab_0_399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g3af7659cfab_0_399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4" name="Google Shape;3944;g3af7659cfab_0_399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6" name="Google Shape;3946;g3af7659cfab_0_399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0" name="Google Shape;3940;g3af7659cfab_0_399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4" name="Google Shape;3914;g3af7659cfab_0_399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2" name="Google Shape;3912;g3af7659cfab_0_399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9" name="Google Shape;3949;g3af7659cfab_0_399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8" name="Google Shape;3948;g3af7659cfab_0_399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3" name="Google Shape;3953;g3af7659cfab_0_399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1" name="Google Shape;3891;g3af7659cfab_0_399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g3af7659cfab_0_399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g3af7659cfab_0_399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8" name="Google Shape;3968;g3af7659cfab_0_399"/>
            <p:cNvCxnSpPr>
              <a:stCxn id="3888" idx="2"/>
              <a:endCxn id="3917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9" name="Google Shape;3969;g3af7659cfab_0_399"/>
            <p:cNvCxnSpPr>
              <a:stCxn id="3885" idx="4"/>
              <a:endCxn id="3921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24" name="Google Shape;3924;g3af7659cfab_0_399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0" name="Google Shape;3970;g3af7659cfab_0_399"/>
            <p:cNvCxnSpPr>
              <a:stCxn id="3924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1" name="Google Shape;3971;g3af7659cfab_0_399"/>
            <p:cNvCxnSpPr>
              <a:stCxn id="3924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2" name="Google Shape;3972;g3af7659cfab_0_399"/>
            <p:cNvCxnSpPr>
              <a:stCxn id="3924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3" name="Google Shape;3973;g3af7659cfab_0_399"/>
            <p:cNvCxnSpPr>
              <a:stCxn id="3854" idx="5"/>
              <a:endCxn id="3885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4" name="Google Shape;3974;g3af7659cfab_0_399"/>
            <p:cNvCxnSpPr>
              <a:endCxn id="3907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5" name="Google Shape;3975;g3af7659cfab_0_399"/>
            <p:cNvCxnSpPr>
              <a:stCxn id="3885" idx="1"/>
              <a:endCxn id="3857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57" name="Google Shape;3857;g3af7659cfab_0_399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6" name="Google Shape;3976;g3af7659cfab_0_399"/>
            <p:cNvCxnSpPr>
              <a:stCxn id="3857" idx="6"/>
              <a:endCxn id="3886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7" name="Google Shape;3977;g3af7659cfab_0_399"/>
            <p:cNvCxnSpPr>
              <a:stCxn id="3854" idx="1"/>
              <a:endCxn id="3857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8" name="Google Shape;3978;g3af7659cfab_0_399"/>
          <p:cNvSpPr txBox="1"/>
          <p:nvPr/>
        </p:nvSpPr>
        <p:spPr>
          <a:xfrm>
            <a:off x="526800" y="87800"/>
            <a:ext cx="11316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Dominio - Datos Importantes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79" name="Google Shape;3979;g3af7659cfab_0_399"/>
          <p:cNvGraphicFramePr/>
          <p:nvPr/>
        </p:nvGraphicFramePr>
        <p:xfrm>
          <a:off x="952500" y="213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{CFB1C06B-499C-480E-9721-07DCE583E80D}</a:tableStyleId>
              </a:tblPr>
              <a:tblGrid>
                <a:gridCol w="3429000"/>
                <a:gridCol w="3429000"/>
                <a:gridCol w="3429000"/>
              </a:tblGrid>
              <a:tr h="3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Libro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Usuario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Tareas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835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isbn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titulo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autor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fecha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numero_paginas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estado_id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estanteria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espacio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categoria_id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directorio_pdf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directorio_img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estado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categoria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nombres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apellidos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correo_electronico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hash_contraseña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rol_id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estado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rol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libro_id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usuario_id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fecha_asignacion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fecha_finalizacion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estado_nuevo_id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observaciones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libro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usuario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estado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created_at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updated_at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3" name="Shape 3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4" name="Google Shape;3984;g3af7659cfab_1_781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3985" name="Google Shape;3985;g3af7659cfab_1_781"/>
            <p:cNvCxnSpPr>
              <a:stCxn id="3986" idx="7"/>
              <a:endCxn id="3987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88" name="Google Shape;3988;g3af7659cfab_1_781"/>
            <p:cNvCxnSpPr>
              <a:stCxn id="3987" idx="4"/>
              <a:endCxn id="3989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0" name="Google Shape;3990;g3af7659cfab_1_781"/>
            <p:cNvCxnSpPr>
              <a:stCxn id="3991" idx="2"/>
              <a:endCxn id="3992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3" name="Google Shape;3993;g3af7659cfab_1_781"/>
            <p:cNvCxnSpPr>
              <a:stCxn id="3989" idx="5"/>
              <a:endCxn id="3991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4" name="Google Shape;3994;g3af7659cfab_1_781"/>
            <p:cNvCxnSpPr>
              <a:stCxn id="3987" idx="5"/>
              <a:endCxn id="3995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6" name="Google Shape;3996;g3af7659cfab_1_781"/>
            <p:cNvCxnSpPr>
              <a:stCxn id="3991" idx="0"/>
              <a:endCxn id="3995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7" name="Google Shape;3997;g3af7659cfab_1_781"/>
            <p:cNvCxnSpPr>
              <a:stCxn id="3989" idx="3"/>
              <a:endCxn id="3992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8" name="Google Shape;3998;g3af7659cfab_1_781"/>
            <p:cNvCxnSpPr>
              <a:stCxn id="3987" idx="6"/>
              <a:endCxn id="3999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0" name="Google Shape;4000;g3af7659cfab_1_781"/>
            <p:cNvCxnSpPr>
              <a:stCxn id="3991" idx="7"/>
              <a:endCxn id="3999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1" name="Google Shape;4001;g3af7659cfab_1_781"/>
            <p:cNvCxnSpPr>
              <a:stCxn id="3989" idx="6"/>
              <a:endCxn id="3995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2" name="Google Shape;4002;g3af7659cfab_1_781"/>
            <p:cNvCxnSpPr>
              <a:stCxn id="4003" idx="0"/>
              <a:endCxn id="3992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4" name="Google Shape;4004;g3af7659cfab_1_781"/>
            <p:cNvCxnSpPr>
              <a:stCxn id="3995" idx="6"/>
              <a:endCxn id="3999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5" name="Google Shape;4005;g3af7659cfab_1_781"/>
            <p:cNvCxnSpPr>
              <a:stCxn id="4006" idx="0"/>
              <a:endCxn id="3999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7" name="Google Shape;4007;g3af7659cfab_1_781"/>
            <p:cNvCxnSpPr>
              <a:stCxn id="4008" idx="1"/>
              <a:endCxn id="3999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9" name="Google Shape;4009;g3af7659cfab_1_781"/>
            <p:cNvCxnSpPr>
              <a:stCxn id="4008" idx="0"/>
              <a:endCxn id="4010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1" name="Google Shape;4011;g3af7659cfab_1_781"/>
            <p:cNvCxnSpPr>
              <a:stCxn id="4010" idx="2"/>
              <a:endCxn id="3999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2" name="Google Shape;4012;g3af7659cfab_1_781"/>
            <p:cNvCxnSpPr>
              <a:stCxn id="4010" idx="7"/>
              <a:endCxn id="4013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4" name="Google Shape;4014;g3af7659cfab_1_781"/>
            <p:cNvCxnSpPr>
              <a:stCxn id="4010" idx="6"/>
              <a:endCxn id="4015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6" name="Google Shape;4016;g3af7659cfab_1_781"/>
            <p:cNvCxnSpPr>
              <a:stCxn id="4015" idx="7"/>
              <a:endCxn id="4013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7" name="Google Shape;4017;g3af7659cfab_1_781"/>
            <p:cNvCxnSpPr>
              <a:stCxn id="4018" idx="0"/>
              <a:endCxn id="3987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9" name="Google Shape;4019;g3af7659cfab_1_781"/>
            <p:cNvCxnSpPr>
              <a:stCxn id="3992" idx="2"/>
              <a:endCxn id="4018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0" name="Google Shape;4020;g3af7659cfab_1_781"/>
            <p:cNvCxnSpPr>
              <a:stCxn id="4003" idx="1"/>
              <a:endCxn id="4018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1" name="Google Shape;4021;g3af7659cfab_1_781"/>
            <p:cNvCxnSpPr>
              <a:stCxn id="4022" idx="7"/>
              <a:endCxn id="4018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3" name="Google Shape;4023;g3af7659cfab_1_781"/>
            <p:cNvCxnSpPr>
              <a:stCxn id="3986" idx="6"/>
              <a:endCxn id="4018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4" name="Google Shape;4024;g3af7659cfab_1_781"/>
            <p:cNvCxnSpPr>
              <a:stCxn id="4025" idx="7"/>
              <a:endCxn id="3986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6" name="Google Shape;4026;g3af7659cfab_1_781"/>
            <p:cNvCxnSpPr>
              <a:stCxn id="4025" idx="6"/>
              <a:endCxn id="4022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7" name="Google Shape;4027;g3af7659cfab_1_781"/>
            <p:cNvCxnSpPr>
              <a:stCxn id="4025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8" name="Google Shape;4028;g3af7659cfab_1_781"/>
            <p:cNvCxnSpPr>
              <a:stCxn id="4022" idx="6"/>
              <a:endCxn id="4003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9" name="Google Shape;4029;g3af7659cfab_1_781"/>
            <p:cNvCxnSpPr>
              <a:stCxn id="4003" idx="6"/>
              <a:endCxn id="3991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0" name="Google Shape;4030;g3af7659cfab_1_781"/>
            <p:cNvCxnSpPr>
              <a:stCxn id="4006" idx="2"/>
              <a:endCxn id="3991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1" name="Google Shape;4031;g3af7659cfab_1_781"/>
            <p:cNvCxnSpPr>
              <a:endCxn id="3991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2" name="Google Shape;4032;g3af7659cfab_1_781"/>
            <p:cNvCxnSpPr>
              <a:endCxn id="3991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3" name="Google Shape;4033;g3af7659cfab_1_781"/>
            <p:cNvCxnSpPr>
              <a:endCxn id="4006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4" name="Google Shape;4034;g3af7659cfab_1_781"/>
            <p:cNvCxnSpPr>
              <a:stCxn id="4008" idx="2"/>
              <a:endCxn id="4006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5" name="Google Shape;4035;g3af7659cfab_1_781"/>
            <p:cNvCxnSpPr>
              <a:stCxn id="4008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6" name="Google Shape;4036;g3af7659cfab_1_781"/>
            <p:cNvCxnSpPr>
              <a:stCxn id="4037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8" name="Google Shape;4038;g3af7659cfab_1_781"/>
            <p:cNvCxnSpPr>
              <a:stCxn id="4037" idx="2"/>
              <a:endCxn id="4008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9" name="Google Shape;4039;g3af7659cfab_1_781"/>
            <p:cNvCxnSpPr>
              <a:stCxn id="4015" idx="4"/>
              <a:endCxn id="4037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0" name="Google Shape;4040;g3af7659cfab_1_781"/>
            <p:cNvCxnSpPr>
              <a:stCxn id="4041" idx="3"/>
              <a:endCxn id="4037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2" name="Google Shape;4042;g3af7659cfab_1_781"/>
            <p:cNvCxnSpPr>
              <a:stCxn id="4041" idx="2"/>
              <a:endCxn id="4015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3" name="Google Shape;4043;g3af7659cfab_1_781"/>
            <p:cNvCxnSpPr>
              <a:stCxn id="4041" idx="1"/>
              <a:endCxn id="4013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4" name="Google Shape;4044;g3af7659cfab_1_781"/>
            <p:cNvCxnSpPr>
              <a:stCxn id="4045" idx="1"/>
              <a:endCxn id="4013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6" name="Google Shape;4046;g3af7659cfab_1_781"/>
            <p:cNvCxnSpPr>
              <a:stCxn id="4045" idx="0"/>
              <a:endCxn id="4047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8" name="Google Shape;4048;g3af7659cfab_1_781"/>
            <p:cNvCxnSpPr>
              <a:stCxn id="4049" idx="0"/>
              <a:endCxn id="4050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1" name="Google Shape;4051;g3af7659cfab_1_781"/>
            <p:cNvCxnSpPr>
              <a:stCxn id="4052" idx="0"/>
              <a:endCxn id="4050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3" name="Google Shape;4053;g3af7659cfab_1_781"/>
            <p:cNvCxnSpPr>
              <a:stCxn id="4054" idx="3"/>
              <a:endCxn id="4055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6" name="Google Shape;4056;g3af7659cfab_1_781"/>
            <p:cNvCxnSpPr>
              <a:stCxn id="4054" idx="1"/>
              <a:endCxn id="4045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7" name="Google Shape;4057;g3af7659cfab_1_781"/>
            <p:cNvCxnSpPr>
              <a:stCxn id="4049" idx="2"/>
              <a:endCxn id="4045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8" name="Google Shape;4058;g3af7659cfab_1_781"/>
            <p:cNvCxnSpPr>
              <a:stCxn id="4050" idx="3"/>
              <a:endCxn id="4045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9" name="Google Shape;4059;g3af7659cfab_1_781"/>
            <p:cNvCxnSpPr>
              <a:stCxn id="4050" idx="2"/>
              <a:endCxn id="4047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0" name="Google Shape;4060;g3af7659cfab_1_781"/>
            <p:cNvCxnSpPr>
              <a:stCxn id="4047" idx="1"/>
              <a:endCxn id="4013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1" name="Google Shape;4061;g3af7659cfab_1_781"/>
            <p:cNvCxnSpPr>
              <a:stCxn id="4045" idx="2"/>
              <a:endCxn id="4041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2" name="Google Shape;4062;g3af7659cfab_1_781"/>
            <p:cNvCxnSpPr>
              <a:stCxn id="4055" idx="1"/>
              <a:endCxn id="4041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3" name="Google Shape;4063;g3af7659cfab_1_781"/>
            <p:cNvCxnSpPr>
              <a:stCxn id="4041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4" name="Google Shape;4064;g3af7659cfab_1_781"/>
            <p:cNvCxnSpPr>
              <a:stCxn id="4037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5" name="Google Shape;4065;g3af7659cfab_1_781"/>
            <p:cNvCxnSpPr>
              <a:stCxn id="4055" idx="7"/>
              <a:endCxn id="4045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6" name="Google Shape;4066;g3af7659cfab_1_781"/>
            <p:cNvCxnSpPr>
              <a:stCxn id="4008" idx="7"/>
              <a:endCxn id="4015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7" name="Google Shape;4067;g3af7659cfab_1_781"/>
            <p:cNvCxnSpPr>
              <a:stCxn id="4054" idx="7"/>
              <a:endCxn id="4049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87" name="Google Shape;3987;g3af7659cfab_1_781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8" name="Google Shape;4018;g3af7659cfab_1_781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g3af7659cfab_1_781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2" name="Google Shape;4022;g3af7659cfab_1_781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3" name="Google Shape;4003;g3af7659cfab_1_781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g3af7659cfab_1_781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6" name="Google Shape;4006;g3af7659cfab_1_781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9" name="Google Shape;3999;g3af7659cfab_1_781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g3af7659cfab_1_781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8" name="Google Shape;4008;g3af7659cfab_1_781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7" name="Google Shape;4037;g3af7659cfab_1_781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5" name="Google Shape;4055;g3af7659cfab_1_781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5" name="Google Shape;4045;g3af7659cfab_1_781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g3af7659cfab_1_781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1" name="Google Shape;4041;g3af7659cfab_1_781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5" name="Google Shape;4015;g3af7659cfab_1_781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3" name="Google Shape;4013;g3af7659cfab_1_781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g3af7659cfab_1_781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9" name="Google Shape;4049;g3af7659cfab_1_781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4" name="Google Shape;4054;g3af7659cfab_1_781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2" name="Google Shape;3992;g3af7659cfab_1_781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5" name="Google Shape;3995;g3af7659cfab_1_781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9" name="Google Shape;3989;g3af7659cfab_1_781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68" name="Google Shape;4068;g3af7659cfab_1_781"/>
            <p:cNvCxnSpPr>
              <a:stCxn id="3989" idx="2"/>
              <a:endCxn id="4018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9" name="Google Shape;4069;g3af7659cfab_1_781"/>
            <p:cNvCxnSpPr>
              <a:stCxn id="3986" idx="4"/>
              <a:endCxn id="4022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25" name="Google Shape;4025;g3af7659cfab_1_781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70" name="Google Shape;4070;g3af7659cfab_1_781"/>
            <p:cNvCxnSpPr>
              <a:stCxn id="4025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1" name="Google Shape;4071;g3af7659cfab_1_781"/>
            <p:cNvCxnSpPr>
              <a:stCxn id="4025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2" name="Google Shape;4072;g3af7659cfab_1_781"/>
            <p:cNvCxnSpPr>
              <a:stCxn id="4025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3" name="Google Shape;4073;g3af7659cfab_1_781"/>
            <p:cNvCxnSpPr>
              <a:endCxn id="3986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4" name="Google Shape;4074;g3af7659cfab_1_781"/>
            <p:cNvCxnSpPr>
              <a:endCxn id="4008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5" name="Google Shape;4075;g3af7659cfab_1_781"/>
            <p:cNvCxnSpPr>
              <a:stCxn id="3986" idx="1"/>
              <a:endCxn id="4076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76" name="Google Shape;4076;g3af7659cfab_1_781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77" name="Google Shape;4077;g3af7659cfab_1_781"/>
            <p:cNvCxnSpPr>
              <a:stCxn id="4076" idx="6"/>
              <a:endCxn id="3987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8" name="Google Shape;4078;g3af7659cfab_1_781"/>
            <p:cNvCxnSpPr>
              <a:endCxn id="4076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9" name="Google Shape;4079;g3af7659cfab_1_781"/>
            <p:cNvCxnSpPr>
              <a:stCxn id="4080" idx="7"/>
              <a:endCxn id="4081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82" name="Google Shape;4082;g3af7659cfab_1_781"/>
            <p:cNvCxnSpPr>
              <a:stCxn id="4081" idx="4"/>
              <a:endCxn id="4083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84" name="Google Shape;4084;g3af7659cfab_1_781"/>
            <p:cNvCxnSpPr>
              <a:stCxn id="4085" idx="2"/>
              <a:endCxn id="4086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87" name="Google Shape;4087;g3af7659cfab_1_781"/>
            <p:cNvCxnSpPr>
              <a:stCxn id="4083" idx="5"/>
              <a:endCxn id="4085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88" name="Google Shape;4088;g3af7659cfab_1_781"/>
            <p:cNvCxnSpPr>
              <a:stCxn id="4081" idx="5"/>
              <a:endCxn id="4089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0" name="Google Shape;4090;g3af7659cfab_1_781"/>
            <p:cNvCxnSpPr>
              <a:stCxn id="4085" idx="0"/>
              <a:endCxn id="4089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1" name="Google Shape;4091;g3af7659cfab_1_781"/>
            <p:cNvCxnSpPr>
              <a:stCxn id="4083" idx="3"/>
              <a:endCxn id="4086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2" name="Google Shape;4092;g3af7659cfab_1_781"/>
            <p:cNvCxnSpPr>
              <a:stCxn id="4081" idx="6"/>
              <a:endCxn id="4093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4" name="Google Shape;4094;g3af7659cfab_1_781"/>
            <p:cNvCxnSpPr>
              <a:stCxn id="4085" idx="7"/>
              <a:endCxn id="4093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5" name="Google Shape;4095;g3af7659cfab_1_781"/>
            <p:cNvCxnSpPr>
              <a:stCxn id="4083" idx="6"/>
              <a:endCxn id="4089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6" name="Google Shape;4096;g3af7659cfab_1_781"/>
            <p:cNvCxnSpPr>
              <a:stCxn id="4097" idx="0"/>
              <a:endCxn id="4086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8" name="Google Shape;4098;g3af7659cfab_1_781"/>
            <p:cNvCxnSpPr>
              <a:stCxn id="4089" idx="6"/>
              <a:endCxn id="4093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99" name="Google Shape;4099;g3af7659cfab_1_781"/>
            <p:cNvCxnSpPr>
              <a:stCxn id="4100" idx="0"/>
              <a:endCxn id="4093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1" name="Google Shape;4101;g3af7659cfab_1_781"/>
            <p:cNvCxnSpPr>
              <a:stCxn id="4102" idx="1"/>
              <a:endCxn id="4093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3" name="Google Shape;4103;g3af7659cfab_1_781"/>
            <p:cNvCxnSpPr>
              <a:stCxn id="4102" idx="0"/>
              <a:endCxn id="4104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5" name="Google Shape;4105;g3af7659cfab_1_781"/>
            <p:cNvCxnSpPr>
              <a:stCxn id="4104" idx="2"/>
              <a:endCxn id="4093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6" name="Google Shape;4106;g3af7659cfab_1_781"/>
            <p:cNvCxnSpPr>
              <a:stCxn id="4104" idx="7"/>
              <a:endCxn id="4107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8" name="Google Shape;4108;g3af7659cfab_1_781"/>
            <p:cNvCxnSpPr>
              <a:stCxn id="4104" idx="6"/>
              <a:endCxn id="4109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0" name="Google Shape;4110;g3af7659cfab_1_781"/>
            <p:cNvCxnSpPr>
              <a:stCxn id="4109" idx="7"/>
              <a:endCxn id="4107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1" name="Google Shape;4111;g3af7659cfab_1_781"/>
            <p:cNvCxnSpPr>
              <a:stCxn id="4112" idx="0"/>
              <a:endCxn id="4081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3" name="Google Shape;4113;g3af7659cfab_1_781"/>
            <p:cNvCxnSpPr>
              <a:stCxn id="4086" idx="2"/>
              <a:endCxn id="4112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4" name="Google Shape;4114;g3af7659cfab_1_781"/>
            <p:cNvCxnSpPr>
              <a:stCxn id="4097" idx="1"/>
              <a:endCxn id="4112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5" name="Google Shape;4115;g3af7659cfab_1_781"/>
            <p:cNvCxnSpPr>
              <a:stCxn id="4116" idx="7"/>
              <a:endCxn id="4112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7" name="Google Shape;4117;g3af7659cfab_1_781"/>
            <p:cNvCxnSpPr>
              <a:stCxn id="4080" idx="6"/>
              <a:endCxn id="4112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8" name="Google Shape;4118;g3af7659cfab_1_781"/>
            <p:cNvCxnSpPr>
              <a:stCxn id="4119" idx="7"/>
              <a:endCxn id="4080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0" name="Google Shape;4120;g3af7659cfab_1_781"/>
            <p:cNvCxnSpPr>
              <a:stCxn id="4119" idx="6"/>
              <a:endCxn id="4116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1" name="Google Shape;4121;g3af7659cfab_1_781"/>
            <p:cNvCxnSpPr>
              <a:stCxn id="4119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2" name="Google Shape;4122;g3af7659cfab_1_781"/>
            <p:cNvCxnSpPr>
              <a:stCxn id="4116" idx="6"/>
              <a:endCxn id="4097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3" name="Google Shape;4123;g3af7659cfab_1_781"/>
            <p:cNvCxnSpPr>
              <a:stCxn id="4097" idx="6"/>
              <a:endCxn id="4085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4" name="Google Shape;4124;g3af7659cfab_1_781"/>
            <p:cNvCxnSpPr>
              <a:stCxn id="4100" idx="2"/>
              <a:endCxn id="4085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5" name="Google Shape;4125;g3af7659cfab_1_781"/>
            <p:cNvCxnSpPr>
              <a:endCxn id="4085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6" name="Google Shape;4126;g3af7659cfab_1_781"/>
            <p:cNvCxnSpPr>
              <a:endCxn id="4085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7" name="Google Shape;4127;g3af7659cfab_1_781"/>
            <p:cNvCxnSpPr>
              <a:endCxn id="4100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8" name="Google Shape;4128;g3af7659cfab_1_781"/>
            <p:cNvCxnSpPr>
              <a:stCxn id="4102" idx="2"/>
              <a:endCxn id="4100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9" name="Google Shape;4129;g3af7659cfab_1_781"/>
            <p:cNvCxnSpPr>
              <a:stCxn id="4102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0" name="Google Shape;4130;g3af7659cfab_1_781"/>
            <p:cNvCxnSpPr>
              <a:stCxn id="4131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2" name="Google Shape;4132;g3af7659cfab_1_781"/>
            <p:cNvCxnSpPr>
              <a:stCxn id="4131" idx="2"/>
              <a:endCxn id="4102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3" name="Google Shape;4133;g3af7659cfab_1_781"/>
            <p:cNvCxnSpPr>
              <a:stCxn id="4109" idx="4"/>
              <a:endCxn id="4131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4" name="Google Shape;4134;g3af7659cfab_1_781"/>
            <p:cNvCxnSpPr>
              <a:stCxn id="4135" idx="3"/>
              <a:endCxn id="4131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6" name="Google Shape;4136;g3af7659cfab_1_781"/>
            <p:cNvCxnSpPr>
              <a:stCxn id="4135" idx="2"/>
              <a:endCxn id="4109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7" name="Google Shape;4137;g3af7659cfab_1_781"/>
            <p:cNvCxnSpPr>
              <a:stCxn id="4135" idx="1"/>
              <a:endCxn id="4107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8" name="Google Shape;4138;g3af7659cfab_1_781"/>
            <p:cNvCxnSpPr>
              <a:stCxn id="4139" idx="1"/>
              <a:endCxn id="4107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0" name="Google Shape;4140;g3af7659cfab_1_781"/>
            <p:cNvCxnSpPr>
              <a:stCxn id="4139" idx="0"/>
              <a:endCxn id="4141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2" name="Google Shape;4142;g3af7659cfab_1_781"/>
            <p:cNvCxnSpPr>
              <a:stCxn id="4143" idx="0"/>
              <a:endCxn id="4144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5" name="Google Shape;4145;g3af7659cfab_1_781"/>
            <p:cNvCxnSpPr>
              <a:endCxn id="4144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6" name="Google Shape;4146;g3af7659cfab_1_781"/>
            <p:cNvCxnSpPr>
              <a:endCxn id="4143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7" name="Google Shape;4147;g3af7659cfab_1_781"/>
            <p:cNvCxnSpPr>
              <a:endCxn id="4148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9" name="Google Shape;4149;g3af7659cfab_1_781"/>
            <p:cNvCxnSpPr>
              <a:stCxn id="4148" idx="3"/>
              <a:endCxn id="4150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1" name="Google Shape;4151;g3af7659cfab_1_781"/>
            <p:cNvCxnSpPr>
              <a:stCxn id="4148" idx="1"/>
              <a:endCxn id="4139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2" name="Google Shape;4152;g3af7659cfab_1_781"/>
            <p:cNvCxnSpPr>
              <a:stCxn id="4143" idx="2"/>
              <a:endCxn id="4139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3" name="Google Shape;4153;g3af7659cfab_1_781"/>
            <p:cNvCxnSpPr>
              <a:stCxn id="4144" idx="3"/>
              <a:endCxn id="4139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4" name="Google Shape;4154;g3af7659cfab_1_781"/>
            <p:cNvCxnSpPr>
              <a:stCxn id="4144" idx="2"/>
              <a:endCxn id="4141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5" name="Google Shape;4155;g3af7659cfab_1_781"/>
            <p:cNvCxnSpPr>
              <a:stCxn id="4141" idx="1"/>
              <a:endCxn id="4107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6" name="Google Shape;4156;g3af7659cfab_1_781"/>
            <p:cNvCxnSpPr>
              <a:stCxn id="4139" idx="2"/>
              <a:endCxn id="4135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7" name="Google Shape;4157;g3af7659cfab_1_781"/>
            <p:cNvCxnSpPr>
              <a:stCxn id="4150" idx="1"/>
              <a:endCxn id="4135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8" name="Google Shape;4158;g3af7659cfab_1_781"/>
            <p:cNvCxnSpPr>
              <a:stCxn id="4135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9" name="Google Shape;4159;g3af7659cfab_1_781"/>
            <p:cNvCxnSpPr>
              <a:stCxn id="4131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0" name="Google Shape;4160;g3af7659cfab_1_781"/>
            <p:cNvCxnSpPr>
              <a:stCxn id="4150" idx="7"/>
              <a:endCxn id="4139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1" name="Google Shape;4161;g3af7659cfab_1_781"/>
            <p:cNvCxnSpPr>
              <a:stCxn id="4102" idx="7"/>
              <a:endCxn id="4109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2" name="Google Shape;4162;g3af7659cfab_1_781"/>
            <p:cNvCxnSpPr>
              <a:stCxn id="4148" idx="7"/>
              <a:endCxn id="4143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81" name="Google Shape;4081;g3af7659cfab_1_781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2" name="Google Shape;4112;g3af7659cfab_1_781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0" name="Google Shape;4080;g3af7659cfab_1_781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6" name="Google Shape;4116;g3af7659cfab_1_781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7" name="Google Shape;4097;g3af7659cfab_1_781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5" name="Google Shape;4085;g3af7659cfab_1_781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0" name="Google Shape;4100;g3af7659cfab_1_781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3" name="Google Shape;4093;g3af7659cfab_1_781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4" name="Google Shape;4104;g3af7659cfab_1_781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2" name="Google Shape;4102;g3af7659cfab_1_781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g3af7659cfab_1_781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0" name="Google Shape;4150;g3af7659cfab_1_781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9" name="Google Shape;4139;g3af7659cfab_1_781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1" name="Google Shape;4141;g3af7659cfab_1_781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g3af7659cfab_1_781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9" name="Google Shape;4109;g3af7659cfab_1_781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7" name="Google Shape;4107;g3af7659cfab_1_781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4" name="Google Shape;4144;g3af7659cfab_1_781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g3af7659cfab_1_781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8" name="Google Shape;4148;g3af7659cfab_1_781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6" name="Google Shape;4086;g3af7659cfab_1_781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9" name="Google Shape;4089;g3af7659cfab_1_781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3" name="Google Shape;4083;g3af7659cfab_1_781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63" name="Google Shape;4163;g3af7659cfab_1_781"/>
            <p:cNvCxnSpPr>
              <a:stCxn id="4083" idx="2"/>
              <a:endCxn id="4112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4" name="Google Shape;4164;g3af7659cfab_1_781"/>
            <p:cNvCxnSpPr>
              <a:stCxn id="4080" idx="4"/>
              <a:endCxn id="4116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19" name="Google Shape;4119;g3af7659cfab_1_781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65" name="Google Shape;4165;g3af7659cfab_1_781"/>
            <p:cNvCxnSpPr>
              <a:stCxn id="4119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6" name="Google Shape;4166;g3af7659cfab_1_781"/>
            <p:cNvCxnSpPr>
              <a:stCxn id="4119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7" name="Google Shape;4167;g3af7659cfab_1_781"/>
            <p:cNvCxnSpPr>
              <a:stCxn id="4119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8" name="Google Shape;4168;g3af7659cfab_1_781"/>
            <p:cNvCxnSpPr>
              <a:stCxn id="4049" idx="5"/>
              <a:endCxn id="4080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9" name="Google Shape;4169;g3af7659cfab_1_781"/>
            <p:cNvCxnSpPr>
              <a:endCxn id="4102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70" name="Google Shape;4170;g3af7659cfab_1_781"/>
            <p:cNvCxnSpPr>
              <a:stCxn id="4080" idx="1"/>
              <a:endCxn id="4052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52" name="Google Shape;4052;g3af7659cfab_1_781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71" name="Google Shape;4171;g3af7659cfab_1_781"/>
            <p:cNvCxnSpPr>
              <a:stCxn id="4052" idx="6"/>
              <a:endCxn id="4081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72" name="Google Shape;4172;g3af7659cfab_1_781"/>
            <p:cNvCxnSpPr>
              <a:stCxn id="4049" idx="1"/>
              <a:endCxn id="4052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173" name="Google Shape;4173;g3af7659cfab_1_781"/>
          <p:cNvSpPr txBox="1"/>
          <p:nvPr/>
        </p:nvSpPr>
        <p:spPr>
          <a:xfrm>
            <a:off x="526800" y="87800"/>
            <a:ext cx="11316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Base de datos en base al dominio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4" name="Google Shape;4174;g3af7659cfab_1_7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900" y="1563725"/>
            <a:ext cx="9680098" cy="489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8" name="Shape 4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9" name="Google Shape;4179;g3af7659cfab_0_994"/>
          <p:cNvSpPr txBox="1"/>
          <p:nvPr/>
        </p:nvSpPr>
        <p:spPr>
          <a:xfrm>
            <a:off x="526800" y="87800"/>
            <a:ext cx="1112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Historias de Usuario Implementadas Totalmente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0" name="Google Shape;4180;g3af7659cfab_0_994"/>
          <p:cNvSpPr txBox="1"/>
          <p:nvPr/>
        </p:nvSpPr>
        <p:spPr>
          <a:xfrm>
            <a:off x="526875" y="2013850"/>
            <a:ext cx="105162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HU9 - Login con JWT y autenticación segura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HU10 - Gestionar usuarios (crear, editar, desactivar) </a:t>
            </a:r>
            <a:r>
              <a:rPr lang="en-US" sz="2400">
                <a:solidFill>
                  <a:schemeClr val="lt1"/>
                </a:solidFill>
              </a:rPr>
              <a:t>con RBAC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HU11 - Gestionar libros (crear, editar, eliminar) con restricciones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HU15 - Asignar tareas a usuarios con libro y fecha límite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HU16 - Cambiar contraseña con validación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HU19 - Sistema de auditoría completo con historial detallado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HU20 - Almacenamiento de información de libros en DB relacional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HU21- ID automático mediante SERIAL PRIMARY KEY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4" name="Shape 4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5" name="Google Shape;4185;g3af7659cfab_1_391"/>
          <p:cNvSpPr txBox="1"/>
          <p:nvPr/>
        </p:nvSpPr>
        <p:spPr>
          <a:xfrm>
            <a:off x="526800" y="87800"/>
            <a:ext cx="1112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Historias de Usuario Implementadas Totalmente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6" name="Google Shape;4186;g3af7659cfab_1_391"/>
          <p:cNvSpPr txBox="1"/>
          <p:nvPr/>
        </p:nvSpPr>
        <p:spPr>
          <a:xfrm>
            <a:off x="526875" y="2013850"/>
            <a:ext cx="10516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HU22 - Almacenamiento de información de usuarios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HU23 - Estados de libro implementados (7 estados workflow)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HU24 - Validación de datos en múltiples capas (TS + Service)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HU26 - CRUD completo de categorías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HU27 - Filtrado avanzado de libros (título, autor, ISBN, estado, categoría)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 (RF1) - Registrar libro</a:t>
            </a:r>
            <a:endParaRPr sz="2400">
              <a:solidFill>
                <a:schemeClr val="lt1"/>
              </a:solidFill>
            </a:endParaRPr>
          </a:p>
        </p:txBody>
      </p:sp>
      <p:grpSp>
        <p:nvGrpSpPr>
          <p:cNvPr id="4187" name="Google Shape;4187;g3af7659cfab_1_391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4188" name="Google Shape;4188;g3af7659cfab_1_391"/>
            <p:cNvCxnSpPr>
              <a:stCxn id="4189" idx="7"/>
              <a:endCxn id="4190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91" name="Google Shape;4191;g3af7659cfab_1_391"/>
            <p:cNvCxnSpPr>
              <a:stCxn id="4190" idx="4"/>
              <a:endCxn id="4192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93" name="Google Shape;4193;g3af7659cfab_1_391"/>
            <p:cNvCxnSpPr>
              <a:stCxn id="4194" idx="2"/>
              <a:endCxn id="4195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96" name="Google Shape;4196;g3af7659cfab_1_391"/>
            <p:cNvCxnSpPr>
              <a:stCxn id="4192" idx="5"/>
              <a:endCxn id="4194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97" name="Google Shape;4197;g3af7659cfab_1_391"/>
            <p:cNvCxnSpPr>
              <a:stCxn id="4190" idx="5"/>
              <a:endCxn id="4198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99" name="Google Shape;4199;g3af7659cfab_1_391"/>
            <p:cNvCxnSpPr>
              <a:stCxn id="4194" idx="0"/>
              <a:endCxn id="4198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0" name="Google Shape;4200;g3af7659cfab_1_391"/>
            <p:cNvCxnSpPr>
              <a:stCxn id="4192" idx="3"/>
              <a:endCxn id="4195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1" name="Google Shape;4201;g3af7659cfab_1_391"/>
            <p:cNvCxnSpPr>
              <a:stCxn id="4190" idx="6"/>
              <a:endCxn id="4202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3" name="Google Shape;4203;g3af7659cfab_1_391"/>
            <p:cNvCxnSpPr>
              <a:stCxn id="4194" idx="7"/>
              <a:endCxn id="4202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4" name="Google Shape;4204;g3af7659cfab_1_391"/>
            <p:cNvCxnSpPr>
              <a:stCxn id="4192" idx="6"/>
              <a:endCxn id="4198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5" name="Google Shape;4205;g3af7659cfab_1_391"/>
            <p:cNvCxnSpPr>
              <a:stCxn id="4206" idx="0"/>
              <a:endCxn id="4195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7" name="Google Shape;4207;g3af7659cfab_1_391"/>
            <p:cNvCxnSpPr>
              <a:stCxn id="4198" idx="6"/>
              <a:endCxn id="4202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8" name="Google Shape;4208;g3af7659cfab_1_391"/>
            <p:cNvCxnSpPr>
              <a:stCxn id="4209" idx="0"/>
              <a:endCxn id="4202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0" name="Google Shape;4210;g3af7659cfab_1_391"/>
            <p:cNvCxnSpPr>
              <a:stCxn id="4211" idx="1"/>
              <a:endCxn id="4202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2" name="Google Shape;4212;g3af7659cfab_1_391"/>
            <p:cNvCxnSpPr>
              <a:stCxn id="4211" idx="0"/>
              <a:endCxn id="4213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4" name="Google Shape;4214;g3af7659cfab_1_391"/>
            <p:cNvCxnSpPr>
              <a:stCxn id="4213" idx="2"/>
              <a:endCxn id="4202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5" name="Google Shape;4215;g3af7659cfab_1_391"/>
            <p:cNvCxnSpPr>
              <a:stCxn id="4213" idx="7"/>
              <a:endCxn id="4216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7" name="Google Shape;4217;g3af7659cfab_1_391"/>
            <p:cNvCxnSpPr>
              <a:stCxn id="4213" idx="6"/>
              <a:endCxn id="4218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9" name="Google Shape;4219;g3af7659cfab_1_391"/>
            <p:cNvCxnSpPr>
              <a:stCxn id="4218" idx="7"/>
              <a:endCxn id="4216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0" name="Google Shape;4220;g3af7659cfab_1_391"/>
            <p:cNvCxnSpPr>
              <a:stCxn id="4221" idx="0"/>
              <a:endCxn id="4190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2" name="Google Shape;4222;g3af7659cfab_1_391"/>
            <p:cNvCxnSpPr>
              <a:stCxn id="4195" idx="2"/>
              <a:endCxn id="4221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3" name="Google Shape;4223;g3af7659cfab_1_391"/>
            <p:cNvCxnSpPr>
              <a:stCxn id="4206" idx="1"/>
              <a:endCxn id="4221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4" name="Google Shape;4224;g3af7659cfab_1_391"/>
            <p:cNvCxnSpPr>
              <a:stCxn id="4225" idx="7"/>
              <a:endCxn id="4221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6" name="Google Shape;4226;g3af7659cfab_1_391"/>
            <p:cNvCxnSpPr>
              <a:stCxn id="4189" idx="6"/>
              <a:endCxn id="4221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7" name="Google Shape;4227;g3af7659cfab_1_391"/>
            <p:cNvCxnSpPr>
              <a:stCxn id="4228" idx="7"/>
              <a:endCxn id="4189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9" name="Google Shape;4229;g3af7659cfab_1_391"/>
            <p:cNvCxnSpPr>
              <a:stCxn id="4228" idx="6"/>
              <a:endCxn id="4225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0" name="Google Shape;4230;g3af7659cfab_1_391"/>
            <p:cNvCxnSpPr>
              <a:stCxn id="4228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1" name="Google Shape;4231;g3af7659cfab_1_391"/>
            <p:cNvCxnSpPr>
              <a:stCxn id="4225" idx="6"/>
              <a:endCxn id="4206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2" name="Google Shape;4232;g3af7659cfab_1_391"/>
            <p:cNvCxnSpPr>
              <a:stCxn id="4206" idx="6"/>
              <a:endCxn id="4194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3" name="Google Shape;4233;g3af7659cfab_1_391"/>
            <p:cNvCxnSpPr>
              <a:stCxn id="4209" idx="2"/>
              <a:endCxn id="4194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4" name="Google Shape;4234;g3af7659cfab_1_391"/>
            <p:cNvCxnSpPr>
              <a:endCxn id="4194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5" name="Google Shape;4235;g3af7659cfab_1_391"/>
            <p:cNvCxnSpPr>
              <a:endCxn id="4194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6" name="Google Shape;4236;g3af7659cfab_1_391"/>
            <p:cNvCxnSpPr>
              <a:endCxn id="4209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7" name="Google Shape;4237;g3af7659cfab_1_391"/>
            <p:cNvCxnSpPr>
              <a:stCxn id="4211" idx="2"/>
              <a:endCxn id="4209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8" name="Google Shape;4238;g3af7659cfab_1_391"/>
            <p:cNvCxnSpPr>
              <a:stCxn id="4211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9" name="Google Shape;4239;g3af7659cfab_1_391"/>
            <p:cNvCxnSpPr>
              <a:stCxn id="4240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1" name="Google Shape;4241;g3af7659cfab_1_391"/>
            <p:cNvCxnSpPr>
              <a:stCxn id="4240" idx="2"/>
              <a:endCxn id="4211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2" name="Google Shape;4242;g3af7659cfab_1_391"/>
            <p:cNvCxnSpPr>
              <a:stCxn id="4218" idx="4"/>
              <a:endCxn id="4240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3" name="Google Shape;4243;g3af7659cfab_1_391"/>
            <p:cNvCxnSpPr>
              <a:stCxn id="4244" idx="3"/>
              <a:endCxn id="4240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5" name="Google Shape;4245;g3af7659cfab_1_391"/>
            <p:cNvCxnSpPr>
              <a:stCxn id="4244" idx="2"/>
              <a:endCxn id="4218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6" name="Google Shape;4246;g3af7659cfab_1_391"/>
            <p:cNvCxnSpPr>
              <a:stCxn id="4244" idx="1"/>
              <a:endCxn id="4216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7" name="Google Shape;4247;g3af7659cfab_1_391"/>
            <p:cNvCxnSpPr>
              <a:stCxn id="4248" idx="1"/>
              <a:endCxn id="4216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9" name="Google Shape;4249;g3af7659cfab_1_391"/>
            <p:cNvCxnSpPr>
              <a:stCxn id="4248" idx="0"/>
              <a:endCxn id="4250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1" name="Google Shape;4251;g3af7659cfab_1_391"/>
            <p:cNvCxnSpPr>
              <a:stCxn id="4252" idx="0"/>
              <a:endCxn id="4253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4" name="Google Shape;4254;g3af7659cfab_1_391"/>
            <p:cNvCxnSpPr>
              <a:stCxn id="4255" idx="0"/>
              <a:endCxn id="4253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6" name="Google Shape;4256;g3af7659cfab_1_391"/>
            <p:cNvCxnSpPr>
              <a:stCxn id="4257" idx="3"/>
              <a:endCxn id="4258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9" name="Google Shape;4259;g3af7659cfab_1_391"/>
            <p:cNvCxnSpPr>
              <a:stCxn id="4257" idx="1"/>
              <a:endCxn id="4248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0" name="Google Shape;4260;g3af7659cfab_1_391"/>
            <p:cNvCxnSpPr>
              <a:stCxn id="4252" idx="2"/>
              <a:endCxn id="4248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1" name="Google Shape;4261;g3af7659cfab_1_391"/>
            <p:cNvCxnSpPr>
              <a:stCxn id="4253" idx="3"/>
              <a:endCxn id="4248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2" name="Google Shape;4262;g3af7659cfab_1_391"/>
            <p:cNvCxnSpPr>
              <a:stCxn id="4253" idx="2"/>
              <a:endCxn id="4250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3" name="Google Shape;4263;g3af7659cfab_1_391"/>
            <p:cNvCxnSpPr>
              <a:stCxn id="4250" idx="1"/>
              <a:endCxn id="4216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4" name="Google Shape;4264;g3af7659cfab_1_391"/>
            <p:cNvCxnSpPr>
              <a:stCxn id="4248" idx="2"/>
              <a:endCxn id="4244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5" name="Google Shape;4265;g3af7659cfab_1_391"/>
            <p:cNvCxnSpPr>
              <a:stCxn id="4258" idx="1"/>
              <a:endCxn id="4244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6" name="Google Shape;4266;g3af7659cfab_1_391"/>
            <p:cNvCxnSpPr>
              <a:stCxn id="4244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7" name="Google Shape;4267;g3af7659cfab_1_391"/>
            <p:cNvCxnSpPr>
              <a:stCxn id="4240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8" name="Google Shape;4268;g3af7659cfab_1_391"/>
            <p:cNvCxnSpPr>
              <a:stCxn id="4258" idx="7"/>
              <a:endCxn id="4248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9" name="Google Shape;4269;g3af7659cfab_1_391"/>
            <p:cNvCxnSpPr>
              <a:stCxn id="4211" idx="7"/>
              <a:endCxn id="4218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0" name="Google Shape;4270;g3af7659cfab_1_391"/>
            <p:cNvCxnSpPr>
              <a:stCxn id="4257" idx="7"/>
              <a:endCxn id="4252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90" name="Google Shape;4190;g3af7659cfab_1_391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g3af7659cfab_1_391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g3af7659cfab_1_391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5" name="Google Shape;4225;g3af7659cfab_1_391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6" name="Google Shape;4206;g3af7659cfab_1_391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4" name="Google Shape;4194;g3af7659cfab_1_391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9" name="Google Shape;4209;g3af7659cfab_1_391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g3af7659cfab_1_391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3" name="Google Shape;4213;g3af7659cfab_1_391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1" name="Google Shape;4211;g3af7659cfab_1_391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0" name="Google Shape;4240;g3af7659cfab_1_391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8" name="Google Shape;4258;g3af7659cfab_1_391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8" name="Google Shape;4248;g3af7659cfab_1_391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0" name="Google Shape;4250;g3af7659cfab_1_391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4" name="Google Shape;4244;g3af7659cfab_1_391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8" name="Google Shape;4218;g3af7659cfab_1_391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6" name="Google Shape;4216;g3af7659cfab_1_391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3" name="Google Shape;4253;g3af7659cfab_1_391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2" name="Google Shape;4252;g3af7659cfab_1_391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7" name="Google Shape;4257;g3af7659cfab_1_391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5" name="Google Shape;4195;g3af7659cfab_1_391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8" name="Google Shape;4198;g3af7659cfab_1_391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g3af7659cfab_1_391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71" name="Google Shape;4271;g3af7659cfab_1_391"/>
            <p:cNvCxnSpPr>
              <a:stCxn id="4192" idx="2"/>
              <a:endCxn id="4221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2" name="Google Shape;4272;g3af7659cfab_1_391"/>
            <p:cNvCxnSpPr>
              <a:stCxn id="4189" idx="4"/>
              <a:endCxn id="4225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28" name="Google Shape;4228;g3af7659cfab_1_391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73" name="Google Shape;4273;g3af7659cfab_1_391"/>
            <p:cNvCxnSpPr>
              <a:stCxn id="4228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4" name="Google Shape;4274;g3af7659cfab_1_391"/>
            <p:cNvCxnSpPr>
              <a:stCxn id="4228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5" name="Google Shape;4275;g3af7659cfab_1_391"/>
            <p:cNvCxnSpPr>
              <a:stCxn id="4228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6" name="Google Shape;4276;g3af7659cfab_1_391"/>
            <p:cNvCxnSpPr>
              <a:endCxn id="4189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7" name="Google Shape;4277;g3af7659cfab_1_391"/>
            <p:cNvCxnSpPr>
              <a:endCxn id="4211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8" name="Google Shape;4278;g3af7659cfab_1_391"/>
            <p:cNvCxnSpPr>
              <a:stCxn id="4189" idx="1"/>
              <a:endCxn id="4279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79" name="Google Shape;4279;g3af7659cfab_1_391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80" name="Google Shape;4280;g3af7659cfab_1_391"/>
            <p:cNvCxnSpPr>
              <a:stCxn id="4279" idx="6"/>
              <a:endCxn id="4190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1" name="Google Shape;4281;g3af7659cfab_1_391"/>
            <p:cNvCxnSpPr>
              <a:endCxn id="4279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2" name="Google Shape;4282;g3af7659cfab_1_391"/>
            <p:cNvCxnSpPr>
              <a:stCxn id="4283" idx="7"/>
              <a:endCxn id="4284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5" name="Google Shape;4285;g3af7659cfab_1_391"/>
            <p:cNvCxnSpPr>
              <a:stCxn id="4284" idx="4"/>
              <a:endCxn id="4286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7" name="Google Shape;4287;g3af7659cfab_1_391"/>
            <p:cNvCxnSpPr>
              <a:stCxn id="4288" idx="2"/>
              <a:endCxn id="4289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0" name="Google Shape;4290;g3af7659cfab_1_391"/>
            <p:cNvCxnSpPr>
              <a:stCxn id="4286" idx="5"/>
              <a:endCxn id="4288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1" name="Google Shape;4291;g3af7659cfab_1_391"/>
            <p:cNvCxnSpPr>
              <a:stCxn id="4284" idx="5"/>
              <a:endCxn id="4292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3" name="Google Shape;4293;g3af7659cfab_1_391"/>
            <p:cNvCxnSpPr>
              <a:stCxn id="4288" idx="0"/>
              <a:endCxn id="4292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4" name="Google Shape;4294;g3af7659cfab_1_391"/>
            <p:cNvCxnSpPr>
              <a:stCxn id="4286" idx="3"/>
              <a:endCxn id="4289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5" name="Google Shape;4295;g3af7659cfab_1_391"/>
            <p:cNvCxnSpPr>
              <a:stCxn id="4284" idx="6"/>
              <a:endCxn id="4296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7" name="Google Shape;4297;g3af7659cfab_1_391"/>
            <p:cNvCxnSpPr>
              <a:stCxn id="4288" idx="7"/>
              <a:endCxn id="4296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8" name="Google Shape;4298;g3af7659cfab_1_391"/>
            <p:cNvCxnSpPr>
              <a:stCxn id="4286" idx="6"/>
              <a:endCxn id="4292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99" name="Google Shape;4299;g3af7659cfab_1_391"/>
            <p:cNvCxnSpPr>
              <a:stCxn id="4300" idx="0"/>
              <a:endCxn id="4289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1" name="Google Shape;4301;g3af7659cfab_1_391"/>
            <p:cNvCxnSpPr>
              <a:stCxn id="4292" idx="6"/>
              <a:endCxn id="4296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2" name="Google Shape;4302;g3af7659cfab_1_391"/>
            <p:cNvCxnSpPr>
              <a:stCxn id="4303" idx="0"/>
              <a:endCxn id="4296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4" name="Google Shape;4304;g3af7659cfab_1_391"/>
            <p:cNvCxnSpPr>
              <a:stCxn id="4305" idx="1"/>
              <a:endCxn id="4296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6" name="Google Shape;4306;g3af7659cfab_1_391"/>
            <p:cNvCxnSpPr>
              <a:stCxn id="4305" idx="0"/>
              <a:endCxn id="4307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8" name="Google Shape;4308;g3af7659cfab_1_391"/>
            <p:cNvCxnSpPr>
              <a:stCxn id="4307" idx="2"/>
              <a:endCxn id="4296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9" name="Google Shape;4309;g3af7659cfab_1_391"/>
            <p:cNvCxnSpPr>
              <a:stCxn id="4307" idx="7"/>
              <a:endCxn id="4310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1" name="Google Shape;4311;g3af7659cfab_1_391"/>
            <p:cNvCxnSpPr>
              <a:stCxn id="4307" idx="6"/>
              <a:endCxn id="4312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3" name="Google Shape;4313;g3af7659cfab_1_391"/>
            <p:cNvCxnSpPr>
              <a:stCxn id="4312" idx="7"/>
              <a:endCxn id="4310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4" name="Google Shape;4314;g3af7659cfab_1_391"/>
            <p:cNvCxnSpPr>
              <a:stCxn id="4315" idx="0"/>
              <a:endCxn id="4284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6" name="Google Shape;4316;g3af7659cfab_1_391"/>
            <p:cNvCxnSpPr>
              <a:stCxn id="4289" idx="2"/>
              <a:endCxn id="4315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7" name="Google Shape;4317;g3af7659cfab_1_391"/>
            <p:cNvCxnSpPr>
              <a:stCxn id="4300" idx="1"/>
              <a:endCxn id="4315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8" name="Google Shape;4318;g3af7659cfab_1_391"/>
            <p:cNvCxnSpPr>
              <a:stCxn id="4319" idx="7"/>
              <a:endCxn id="4315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0" name="Google Shape;4320;g3af7659cfab_1_391"/>
            <p:cNvCxnSpPr>
              <a:stCxn id="4283" idx="6"/>
              <a:endCxn id="4315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1" name="Google Shape;4321;g3af7659cfab_1_391"/>
            <p:cNvCxnSpPr>
              <a:stCxn id="4322" idx="7"/>
              <a:endCxn id="4283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3" name="Google Shape;4323;g3af7659cfab_1_391"/>
            <p:cNvCxnSpPr>
              <a:stCxn id="4322" idx="6"/>
              <a:endCxn id="4319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4" name="Google Shape;4324;g3af7659cfab_1_391"/>
            <p:cNvCxnSpPr>
              <a:stCxn id="4322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5" name="Google Shape;4325;g3af7659cfab_1_391"/>
            <p:cNvCxnSpPr>
              <a:stCxn id="4319" idx="6"/>
              <a:endCxn id="4300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6" name="Google Shape;4326;g3af7659cfab_1_391"/>
            <p:cNvCxnSpPr>
              <a:stCxn id="4300" idx="6"/>
              <a:endCxn id="4288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7" name="Google Shape;4327;g3af7659cfab_1_391"/>
            <p:cNvCxnSpPr>
              <a:stCxn id="4303" idx="2"/>
              <a:endCxn id="4288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8" name="Google Shape;4328;g3af7659cfab_1_391"/>
            <p:cNvCxnSpPr>
              <a:endCxn id="4288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9" name="Google Shape;4329;g3af7659cfab_1_391"/>
            <p:cNvCxnSpPr>
              <a:endCxn id="4288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0" name="Google Shape;4330;g3af7659cfab_1_391"/>
            <p:cNvCxnSpPr>
              <a:endCxn id="4303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1" name="Google Shape;4331;g3af7659cfab_1_391"/>
            <p:cNvCxnSpPr>
              <a:stCxn id="4305" idx="2"/>
              <a:endCxn id="4303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2" name="Google Shape;4332;g3af7659cfab_1_391"/>
            <p:cNvCxnSpPr>
              <a:stCxn id="4305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3" name="Google Shape;4333;g3af7659cfab_1_391"/>
            <p:cNvCxnSpPr>
              <a:stCxn id="4334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5" name="Google Shape;4335;g3af7659cfab_1_391"/>
            <p:cNvCxnSpPr>
              <a:stCxn id="4334" idx="2"/>
              <a:endCxn id="4305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6" name="Google Shape;4336;g3af7659cfab_1_391"/>
            <p:cNvCxnSpPr>
              <a:stCxn id="4312" idx="4"/>
              <a:endCxn id="4334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7" name="Google Shape;4337;g3af7659cfab_1_391"/>
            <p:cNvCxnSpPr>
              <a:stCxn id="4338" idx="3"/>
              <a:endCxn id="4334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9" name="Google Shape;4339;g3af7659cfab_1_391"/>
            <p:cNvCxnSpPr>
              <a:stCxn id="4338" idx="2"/>
              <a:endCxn id="4312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0" name="Google Shape;4340;g3af7659cfab_1_391"/>
            <p:cNvCxnSpPr>
              <a:stCxn id="4338" idx="1"/>
              <a:endCxn id="4310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1" name="Google Shape;4341;g3af7659cfab_1_391"/>
            <p:cNvCxnSpPr>
              <a:stCxn id="4342" idx="1"/>
              <a:endCxn id="4310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3" name="Google Shape;4343;g3af7659cfab_1_391"/>
            <p:cNvCxnSpPr>
              <a:stCxn id="4342" idx="0"/>
              <a:endCxn id="4344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5" name="Google Shape;4345;g3af7659cfab_1_391"/>
            <p:cNvCxnSpPr>
              <a:stCxn id="4346" idx="0"/>
              <a:endCxn id="4347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8" name="Google Shape;4348;g3af7659cfab_1_391"/>
            <p:cNvCxnSpPr>
              <a:endCxn id="4347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9" name="Google Shape;4349;g3af7659cfab_1_391"/>
            <p:cNvCxnSpPr>
              <a:endCxn id="4346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0" name="Google Shape;4350;g3af7659cfab_1_391"/>
            <p:cNvCxnSpPr>
              <a:endCxn id="4351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2" name="Google Shape;4352;g3af7659cfab_1_391"/>
            <p:cNvCxnSpPr>
              <a:stCxn id="4351" idx="3"/>
              <a:endCxn id="4353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4" name="Google Shape;4354;g3af7659cfab_1_391"/>
            <p:cNvCxnSpPr>
              <a:stCxn id="4351" idx="1"/>
              <a:endCxn id="4342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5" name="Google Shape;4355;g3af7659cfab_1_391"/>
            <p:cNvCxnSpPr>
              <a:stCxn id="4346" idx="2"/>
              <a:endCxn id="4342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6" name="Google Shape;4356;g3af7659cfab_1_391"/>
            <p:cNvCxnSpPr>
              <a:stCxn id="4347" idx="3"/>
              <a:endCxn id="4342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7" name="Google Shape;4357;g3af7659cfab_1_391"/>
            <p:cNvCxnSpPr>
              <a:stCxn id="4347" idx="2"/>
              <a:endCxn id="4344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8" name="Google Shape;4358;g3af7659cfab_1_391"/>
            <p:cNvCxnSpPr>
              <a:stCxn id="4344" idx="1"/>
              <a:endCxn id="4310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9" name="Google Shape;4359;g3af7659cfab_1_391"/>
            <p:cNvCxnSpPr>
              <a:stCxn id="4342" idx="2"/>
              <a:endCxn id="4338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0" name="Google Shape;4360;g3af7659cfab_1_391"/>
            <p:cNvCxnSpPr>
              <a:stCxn id="4353" idx="1"/>
              <a:endCxn id="4338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1" name="Google Shape;4361;g3af7659cfab_1_391"/>
            <p:cNvCxnSpPr>
              <a:stCxn id="4338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2" name="Google Shape;4362;g3af7659cfab_1_391"/>
            <p:cNvCxnSpPr>
              <a:stCxn id="4334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3" name="Google Shape;4363;g3af7659cfab_1_391"/>
            <p:cNvCxnSpPr>
              <a:stCxn id="4353" idx="7"/>
              <a:endCxn id="4342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4" name="Google Shape;4364;g3af7659cfab_1_391"/>
            <p:cNvCxnSpPr>
              <a:stCxn id="4305" idx="7"/>
              <a:endCxn id="4312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5" name="Google Shape;4365;g3af7659cfab_1_391"/>
            <p:cNvCxnSpPr>
              <a:stCxn id="4351" idx="7"/>
              <a:endCxn id="4346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84" name="Google Shape;4284;g3af7659cfab_1_391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5" name="Google Shape;4315;g3af7659cfab_1_391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3" name="Google Shape;4283;g3af7659cfab_1_391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9" name="Google Shape;4319;g3af7659cfab_1_391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0" name="Google Shape;4300;g3af7659cfab_1_391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8" name="Google Shape;4288;g3af7659cfab_1_391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g3af7659cfab_1_391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6" name="Google Shape;4296;g3af7659cfab_1_391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7" name="Google Shape;4307;g3af7659cfab_1_391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5" name="Google Shape;4305;g3af7659cfab_1_391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4" name="Google Shape;4334;g3af7659cfab_1_391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3" name="Google Shape;4353;g3af7659cfab_1_391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2" name="Google Shape;4342;g3af7659cfab_1_391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4" name="Google Shape;4344;g3af7659cfab_1_391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8" name="Google Shape;4338;g3af7659cfab_1_391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2" name="Google Shape;4312;g3af7659cfab_1_391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0" name="Google Shape;4310;g3af7659cfab_1_391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7" name="Google Shape;4347;g3af7659cfab_1_391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6" name="Google Shape;4346;g3af7659cfab_1_391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1" name="Google Shape;4351;g3af7659cfab_1_391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9" name="Google Shape;4289;g3af7659cfab_1_391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2" name="Google Shape;4292;g3af7659cfab_1_391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6" name="Google Shape;4286;g3af7659cfab_1_391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6" name="Google Shape;4366;g3af7659cfab_1_391"/>
            <p:cNvCxnSpPr>
              <a:stCxn id="4286" idx="2"/>
              <a:endCxn id="4315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7" name="Google Shape;4367;g3af7659cfab_1_391"/>
            <p:cNvCxnSpPr>
              <a:stCxn id="4283" idx="4"/>
              <a:endCxn id="4319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22" name="Google Shape;4322;g3af7659cfab_1_391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8" name="Google Shape;4368;g3af7659cfab_1_391"/>
            <p:cNvCxnSpPr>
              <a:stCxn id="4322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9" name="Google Shape;4369;g3af7659cfab_1_391"/>
            <p:cNvCxnSpPr>
              <a:stCxn id="4322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0" name="Google Shape;4370;g3af7659cfab_1_391"/>
            <p:cNvCxnSpPr>
              <a:stCxn id="4322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1" name="Google Shape;4371;g3af7659cfab_1_391"/>
            <p:cNvCxnSpPr>
              <a:stCxn id="4252" idx="5"/>
              <a:endCxn id="4283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2" name="Google Shape;4372;g3af7659cfab_1_391"/>
            <p:cNvCxnSpPr>
              <a:endCxn id="4305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3" name="Google Shape;4373;g3af7659cfab_1_391"/>
            <p:cNvCxnSpPr>
              <a:stCxn id="4283" idx="1"/>
              <a:endCxn id="4255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55" name="Google Shape;4255;g3af7659cfab_1_391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74" name="Google Shape;4374;g3af7659cfab_1_391"/>
            <p:cNvCxnSpPr>
              <a:stCxn id="4255" idx="6"/>
              <a:endCxn id="4284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5" name="Google Shape;4375;g3af7659cfab_1_391"/>
            <p:cNvCxnSpPr>
              <a:stCxn id="4252" idx="1"/>
              <a:endCxn id="4255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9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0" name="Google Shape;4380;g3af7659cfab_0_1188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4381" name="Google Shape;4381;g3af7659cfab_0_1188"/>
            <p:cNvCxnSpPr>
              <a:stCxn id="4382" idx="7"/>
              <a:endCxn id="4383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84" name="Google Shape;4384;g3af7659cfab_0_1188"/>
            <p:cNvCxnSpPr>
              <a:stCxn id="4383" idx="4"/>
              <a:endCxn id="4385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86" name="Google Shape;4386;g3af7659cfab_0_1188"/>
            <p:cNvCxnSpPr>
              <a:stCxn id="4387" idx="2"/>
              <a:endCxn id="4388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89" name="Google Shape;4389;g3af7659cfab_0_1188"/>
            <p:cNvCxnSpPr>
              <a:stCxn id="4385" idx="5"/>
              <a:endCxn id="4387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90" name="Google Shape;4390;g3af7659cfab_0_1188"/>
            <p:cNvCxnSpPr>
              <a:stCxn id="4383" idx="5"/>
              <a:endCxn id="4391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92" name="Google Shape;4392;g3af7659cfab_0_1188"/>
            <p:cNvCxnSpPr>
              <a:stCxn id="4387" idx="0"/>
              <a:endCxn id="4391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93" name="Google Shape;4393;g3af7659cfab_0_1188"/>
            <p:cNvCxnSpPr>
              <a:stCxn id="4385" idx="3"/>
              <a:endCxn id="4388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94" name="Google Shape;4394;g3af7659cfab_0_1188"/>
            <p:cNvCxnSpPr>
              <a:stCxn id="4383" idx="6"/>
              <a:endCxn id="4395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96" name="Google Shape;4396;g3af7659cfab_0_1188"/>
            <p:cNvCxnSpPr>
              <a:stCxn id="4387" idx="7"/>
              <a:endCxn id="4395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97" name="Google Shape;4397;g3af7659cfab_0_1188"/>
            <p:cNvCxnSpPr>
              <a:stCxn id="4385" idx="6"/>
              <a:endCxn id="4391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98" name="Google Shape;4398;g3af7659cfab_0_1188"/>
            <p:cNvCxnSpPr>
              <a:stCxn id="4399" idx="0"/>
              <a:endCxn id="4388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0" name="Google Shape;4400;g3af7659cfab_0_1188"/>
            <p:cNvCxnSpPr>
              <a:stCxn id="4391" idx="6"/>
              <a:endCxn id="4395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1" name="Google Shape;4401;g3af7659cfab_0_1188"/>
            <p:cNvCxnSpPr>
              <a:stCxn id="4402" idx="0"/>
              <a:endCxn id="4395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3" name="Google Shape;4403;g3af7659cfab_0_1188"/>
            <p:cNvCxnSpPr>
              <a:stCxn id="4404" idx="1"/>
              <a:endCxn id="4395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5" name="Google Shape;4405;g3af7659cfab_0_1188"/>
            <p:cNvCxnSpPr>
              <a:stCxn id="4404" idx="0"/>
              <a:endCxn id="4406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7" name="Google Shape;4407;g3af7659cfab_0_1188"/>
            <p:cNvCxnSpPr>
              <a:stCxn id="4406" idx="2"/>
              <a:endCxn id="4395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8" name="Google Shape;4408;g3af7659cfab_0_1188"/>
            <p:cNvCxnSpPr>
              <a:stCxn id="4406" idx="7"/>
              <a:endCxn id="4409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0" name="Google Shape;4410;g3af7659cfab_0_1188"/>
            <p:cNvCxnSpPr>
              <a:stCxn id="4406" idx="6"/>
              <a:endCxn id="4411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2" name="Google Shape;4412;g3af7659cfab_0_1188"/>
            <p:cNvCxnSpPr>
              <a:stCxn id="4411" idx="7"/>
              <a:endCxn id="4409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3" name="Google Shape;4413;g3af7659cfab_0_1188"/>
            <p:cNvCxnSpPr>
              <a:stCxn id="4414" idx="0"/>
              <a:endCxn id="4383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5" name="Google Shape;4415;g3af7659cfab_0_1188"/>
            <p:cNvCxnSpPr>
              <a:stCxn id="4388" idx="2"/>
              <a:endCxn id="4414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6" name="Google Shape;4416;g3af7659cfab_0_1188"/>
            <p:cNvCxnSpPr>
              <a:stCxn id="4399" idx="1"/>
              <a:endCxn id="4414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7" name="Google Shape;4417;g3af7659cfab_0_1188"/>
            <p:cNvCxnSpPr>
              <a:stCxn id="4418" idx="7"/>
              <a:endCxn id="4414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9" name="Google Shape;4419;g3af7659cfab_0_1188"/>
            <p:cNvCxnSpPr>
              <a:stCxn id="4382" idx="6"/>
              <a:endCxn id="4414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0" name="Google Shape;4420;g3af7659cfab_0_1188"/>
            <p:cNvCxnSpPr>
              <a:stCxn id="4421" idx="7"/>
              <a:endCxn id="4382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2" name="Google Shape;4422;g3af7659cfab_0_1188"/>
            <p:cNvCxnSpPr>
              <a:stCxn id="4421" idx="6"/>
              <a:endCxn id="4418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3" name="Google Shape;4423;g3af7659cfab_0_1188"/>
            <p:cNvCxnSpPr>
              <a:stCxn id="4421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4" name="Google Shape;4424;g3af7659cfab_0_1188"/>
            <p:cNvCxnSpPr>
              <a:stCxn id="4418" idx="6"/>
              <a:endCxn id="4399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5" name="Google Shape;4425;g3af7659cfab_0_1188"/>
            <p:cNvCxnSpPr>
              <a:stCxn id="4399" idx="6"/>
              <a:endCxn id="4387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6" name="Google Shape;4426;g3af7659cfab_0_1188"/>
            <p:cNvCxnSpPr>
              <a:stCxn id="4402" idx="2"/>
              <a:endCxn id="4387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7" name="Google Shape;4427;g3af7659cfab_0_1188"/>
            <p:cNvCxnSpPr>
              <a:endCxn id="4387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8" name="Google Shape;4428;g3af7659cfab_0_1188"/>
            <p:cNvCxnSpPr>
              <a:endCxn id="4387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9" name="Google Shape;4429;g3af7659cfab_0_1188"/>
            <p:cNvCxnSpPr>
              <a:endCxn id="4402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0" name="Google Shape;4430;g3af7659cfab_0_1188"/>
            <p:cNvCxnSpPr>
              <a:stCxn id="4404" idx="2"/>
              <a:endCxn id="4402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1" name="Google Shape;4431;g3af7659cfab_0_1188"/>
            <p:cNvCxnSpPr>
              <a:stCxn id="4404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2" name="Google Shape;4432;g3af7659cfab_0_1188"/>
            <p:cNvCxnSpPr>
              <a:stCxn id="4433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4" name="Google Shape;4434;g3af7659cfab_0_1188"/>
            <p:cNvCxnSpPr>
              <a:stCxn id="4433" idx="2"/>
              <a:endCxn id="4404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5" name="Google Shape;4435;g3af7659cfab_0_1188"/>
            <p:cNvCxnSpPr>
              <a:stCxn id="4411" idx="4"/>
              <a:endCxn id="4433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6" name="Google Shape;4436;g3af7659cfab_0_1188"/>
            <p:cNvCxnSpPr>
              <a:stCxn id="4437" idx="3"/>
              <a:endCxn id="4433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8" name="Google Shape;4438;g3af7659cfab_0_1188"/>
            <p:cNvCxnSpPr>
              <a:stCxn id="4437" idx="2"/>
              <a:endCxn id="4411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9" name="Google Shape;4439;g3af7659cfab_0_1188"/>
            <p:cNvCxnSpPr>
              <a:stCxn id="4437" idx="1"/>
              <a:endCxn id="4409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0" name="Google Shape;4440;g3af7659cfab_0_1188"/>
            <p:cNvCxnSpPr>
              <a:stCxn id="4441" idx="1"/>
              <a:endCxn id="4409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2" name="Google Shape;4442;g3af7659cfab_0_1188"/>
            <p:cNvCxnSpPr>
              <a:stCxn id="4441" idx="0"/>
              <a:endCxn id="4443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4" name="Google Shape;4444;g3af7659cfab_0_1188"/>
            <p:cNvCxnSpPr>
              <a:stCxn id="4445" idx="0"/>
              <a:endCxn id="4446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7" name="Google Shape;4447;g3af7659cfab_0_1188"/>
            <p:cNvCxnSpPr>
              <a:stCxn id="4448" idx="0"/>
              <a:endCxn id="4446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9" name="Google Shape;4449;g3af7659cfab_0_1188"/>
            <p:cNvCxnSpPr>
              <a:stCxn id="4450" idx="3"/>
              <a:endCxn id="4451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2" name="Google Shape;4452;g3af7659cfab_0_1188"/>
            <p:cNvCxnSpPr>
              <a:stCxn id="4450" idx="1"/>
              <a:endCxn id="4441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3" name="Google Shape;4453;g3af7659cfab_0_1188"/>
            <p:cNvCxnSpPr>
              <a:stCxn id="4445" idx="2"/>
              <a:endCxn id="4441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4" name="Google Shape;4454;g3af7659cfab_0_1188"/>
            <p:cNvCxnSpPr>
              <a:stCxn id="4446" idx="3"/>
              <a:endCxn id="4441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5" name="Google Shape;4455;g3af7659cfab_0_1188"/>
            <p:cNvCxnSpPr>
              <a:stCxn id="4446" idx="2"/>
              <a:endCxn id="4443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6" name="Google Shape;4456;g3af7659cfab_0_1188"/>
            <p:cNvCxnSpPr>
              <a:stCxn id="4443" idx="1"/>
              <a:endCxn id="4409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7" name="Google Shape;4457;g3af7659cfab_0_1188"/>
            <p:cNvCxnSpPr>
              <a:stCxn id="4441" idx="2"/>
              <a:endCxn id="4437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8" name="Google Shape;4458;g3af7659cfab_0_1188"/>
            <p:cNvCxnSpPr>
              <a:stCxn id="4451" idx="1"/>
              <a:endCxn id="4437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9" name="Google Shape;4459;g3af7659cfab_0_1188"/>
            <p:cNvCxnSpPr>
              <a:stCxn id="4437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0" name="Google Shape;4460;g3af7659cfab_0_1188"/>
            <p:cNvCxnSpPr>
              <a:stCxn id="4433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1" name="Google Shape;4461;g3af7659cfab_0_1188"/>
            <p:cNvCxnSpPr>
              <a:stCxn id="4451" idx="7"/>
              <a:endCxn id="4441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2" name="Google Shape;4462;g3af7659cfab_0_1188"/>
            <p:cNvCxnSpPr>
              <a:stCxn id="4404" idx="7"/>
              <a:endCxn id="4411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3" name="Google Shape;4463;g3af7659cfab_0_1188"/>
            <p:cNvCxnSpPr>
              <a:stCxn id="4450" idx="7"/>
              <a:endCxn id="4445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83" name="Google Shape;4383;g3af7659cfab_0_1188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4" name="Google Shape;4414;g3af7659cfab_0_1188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2" name="Google Shape;4382;g3af7659cfab_0_1188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8" name="Google Shape;4418;g3af7659cfab_0_1188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g3af7659cfab_0_1188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7" name="Google Shape;4387;g3af7659cfab_0_1188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g3af7659cfab_0_1188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g3af7659cfab_0_1188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g3af7659cfab_0_1188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4" name="Google Shape;4404;g3af7659cfab_0_1188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g3af7659cfab_0_1188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g3af7659cfab_0_1188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1" name="Google Shape;4441;g3af7659cfab_0_1188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3" name="Google Shape;4443;g3af7659cfab_0_1188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7" name="Google Shape;4437;g3af7659cfab_0_1188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1" name="Google Shape;4411;g3af7659cfab_0_1188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g3af7659cfab_0_1188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6" name="Google Shape;4446;g3af7659cfab_0_1188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5" name="Google Shape;4445;g3af7659cfab_0_1188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g3af7659cfab_0_1188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8" name="Google Shape;4388;g3af7659cfab_0_1188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g3af7659cfab_0_1188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5" name="Google Shape;4385;g3af7659cfab_0_1188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64" name="Google Shape;4464;g3af7659cfab_0_1188"/>
            <p:cNvCxnSpPr>
              <a:stCxn id="4385" idx="2"/>
              <a:endCxn id="4414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5" name="Google Shape;4465;g3af7659cfab_0_1188"/>
            <p:cNvCxnSpPr>
              <a:stCxn id="4382" idx="4"/>
              <a:endCxn id="4418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21" name="Google Shape;4421;g3af7659cfab_0_1188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66" name="Google Shape;4466;g3af7659cfab_0_1188"/>
            <p:cNvCxnSpPr>
              <a:stCxn id="4421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7" name="Google Shape;4467;g3af7659cfab_0_1188"/>
            <p:cNvCxnSpPr>
              <a:stCxn id="4421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8" name="Google Shape;4468;g3af7659cfab_0_1188"/>
            <p:cNvCxnSpPr>
              <a:stCxn id="4421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9" name="Google Shape;4469;g3af7659cfab_0_1188"/>
            <p:cNvCxnSpPr>
              <a:endCxn id="4382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0" name="Google Shape;4470;g3af7659cfab_0_1188"/>
            <p:cNvCxnSpPr>
              <a:endCxn id="4404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1" name="Google Shape;4471;g3af7659cfab_0_1188"/>
            <p:cNvCxnSpPr>
              <a:stCxn id="4382" idx="1"/>
              <a:endCxn id="4472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72" name="Google Shape;4472;g3af7659cfab_0_1188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73" name="Google Shape;4473;g3af7659cfab_0_1188"/>
            <p:cNvCxnSpPr>
              <a:stCxn id="4472" idx="6"/>
              <a:endCxn id="4383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4" name="Google Shape;4474;g3af7659cfab_0_1188"/>
            <p:cNvCxnSpPr>
              <a:endCxn id="4472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5" name="Google Shape;4475;g3af7659cfab_0_1188"/>
            <p:cNvCxnSpPr>
              <a:stCxn id="4476" idx="7"/>
              <a:endCxn id="4477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8" name="Google Shape;4478;g3af7659cfab_0_1188"/>
            <p:cNvCxnSpPr>
              <a:stCxn id="4477" idx="4"/>
              <a:endCxn id="4479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0" name="Google Shape;4480;g3af7659cfab_0_1188"/>
            <p:cNvCxnSpPr>
              <a:stCxn id="4481" idx="2"/>
              <a:endCxn id="4482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3" name="Google Shape;4483;g3af7659cfab_0_1188"/>
            <p:cNvCxnSpPr>
              <a:stCxn id="4479" idx="5"/>
              <a:endCxn id="4481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4" name="Google Shape;4484;g3af7659cfab_0_1188"/>
            <p:cNvCxnSpPr>
              <a:stCxn id="4477" idx="5"/>
              <a:endCxn id="4485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6" name="Google Shape;4486;g3af7659cfab_0_1188"/>
            <p:cNvCxnSpPr>
              <a:stCxn id="4481" idx="0"/>
              <a:endCxn id="4485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7" name="Google Shape;4487;g3af7659cfab_0_1188"/>
            <p:cNvCxnSpPr>
              <a:stCxn id="4479" idx="3"/>
              <a:endCxn id="4482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8" name="Google Shape;4488;g3af7659cfab_0_1188"/>
            <p:cNvCxnSpPr>
              <a:stCxn id="4477" idx="6"/>
              <a:endCxn id="4489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0" name="Google Shape;4490;g3af7659cfab_0_1188"/>
            <p:cNvCxnSpPr>
              <a:stCxn id="4481" idx="7"/>
              <a:endCxn id="4489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1" name="Google Shape;4491;g3af7659cfab_0_1188"/>
            <p:cNvCxnSpPr>
              <a:stCxn id="4479" idx="6"/>
              <a:endCxn id="4485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2" name="Google Shape;4492;g3af7659cfab_0_1188"/>
            <p:cNvCxnSpPr>
              <a:stCxn id="4493" idx="0"/>
              <a:endCxn id="4482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4" name="Google Shape;4494;g3af7659cfab_0_1188"/>
            <p:cNvCxnSpPr>
              <a:stCxn id="4485" idx="6"/>
              <a:endCxn id="4489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5" name="Google Shape;4495;g3af7659cfab_0_1188"/>
            <p:cNvCxnSpPr>
              <a:stCxn id="4496" idx="0"/>
              <a:endCxn id="4489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7" name="Google Shape;4497;g3af7659cfab_0_1188"/>
            <p:cNvCxnSpPr>
              <a:stCxn id="4498" idx="1"/>
              <a:endCxn id="4489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9" name="Google Shape;4499;g3af7659cfab_0_1188"/>
            <p:cNvCxnSpPr>
              <a:stCxn id="4498" idx="0"/>
              <a:endCxn id="4500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1" name="Google Shape;4501;g3af7659cfab_0_1188"/>
            <p:cNvCxnSpPr>
              <a:stCxn id="4500" idx="2"/>
              <a:endCxn id="4489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2" name="Google Shape;4502;g3af7659cfab_0_1188"/>
            <p:cNvCxnSpPr>
              <a:stCxn id="4500" idx="7"/>
              <a:endCxn id="4503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4" name="Google Shape;4504;g3af7659cfab_0_1188"/>
            <p:cNvCxnSpPr>
              <a:stCxn id="4500" idx="6"/>
              <a:endCxn id="4505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6" name="Google Shape;4506;g3af7659cfab_0_1188"/>
            <p:cNvCxnSpPr>
              <a:stCxn id="4505" idx="7"/>
              <a:endCxn id="4503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7" name="Google Shape;4507;g3af7659cfab_0_1188"/>
            <p:cNvCxnSpPr>
              <a:stCxn id="4508" idx="0"/>
              <a:endCxn id="4477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9" name="Google Shape;4509;g3af7659cfab_0_1188"/>
            <p:cNvCxnSpPr>
              <a:stCxn id="4482" idx="2"/>
              <a:endCxn id="4508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0" name="Google Shape;4510;g3af7659cfab_0_1188"/>
            <p:cNvCxnSpPr>
              <a:stCxn id="4493" idx="1"/>
              <a:endCxn id="4508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1" name="Google Shape;4511;g3af7659cfab_0_1188"/>
            <p:cNvCxnSpPr>
              <a:stCxn id="4512" idx="7"/>
              <a:endCxn id="4508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3" name="Google Shape;4513;g3af7659cfab_0_1188"/>
            <p:cNvCxnSpPr>
              <a:stCxn id="4476" idx="6"/>
              <a:endCxn id="4508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4" name="Google Shape;4514;g3af7659cfab_0_1188"/>
            <p:cNvCxnSpPr>
              <a:stCxn id="4515" idx="7"/>
              <a:endCxn id="4476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6" name="Google Shape;4516;g3af7659cfab_0_1188"/>
            <p:cNvCxnSpPr>
              <a:stCxn id="4515" idx="6"/>
              <a:endCxn id="4512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7" name="Google Shape;4517;g3af7659cfab_0_1188"/>
            <p:cNvCxnSpPr>
              <a:stCxn id="4515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8" name="Google Shape;4518;g3af7659cfab_0_1188"/>
            <p:cNvCxnSpPr>
              <a:stCxn id="4512" idx="6"/>
              <a:endCxn id="4493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9" name="Google Shape;4519;g3af7659cfab_0_1188"/>
            <p:cNvCxnSpPr>
              <a:stCxn id="4493" idx="6"/>
              <a:endCxn id="4481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0" name="Google Shape;4520;g3af7659cfab_0_1188"/>
            <p:cNvCxnSpPr>
              <a:stCxn id="4496" idx="2"/>
              <a:endCxn id="4481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1" name="Google Shape;4521;g3af7659cfab_0_1188"/>
            <p:cNvCxnSpPr>
              <a:endCxn id="4481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2" name="Google Shape;4522;g3af7659cfab_0_1188"/>
            <p:cNvCxnSpPr>
              <a:endCxn id="4481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3" name="Google Shape;4523;g3af7659cfab_0_1188"/>
            <p:cNvCxnSpPr>
              <a:endCxn id="4496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4" name="Google Shape;4524;g3af7659cfab_0_1188"/>
            <p:cNvCxnSpPr>
              <a:stCxn id="4498" idx="2"/>
              <a:endCxn id="4496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5" name="Google Shape;4525;g3af7659cfab_0_1188"/>
            <p:cNvCxnSpPr>
              <a:stCxn id="4498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6" name="Google Shape;4526;g3af7659cfab_0_1188"/>
            <p:cNvCxnSpPr>
              <a:stCxn id="4527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8" name="Google Shape;4528;g3af7659cfab_0_1188"/>
            <p:cNvCxnSpPr>
              <a:stCxn id="4527" idx="2"/>
              <a:endCxn id="4498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9" name="Google Shape;4529;g3af7659cfab_0_1188"/>
            <p:cNvCxnSpPr>
              <a:stCxn id="4505" idx="4"/>
              <a:endCxn id="4527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0" name="Google Shape;4530;g3af7659cfab_0_1188"/>
            <p:cNvCxnSpPr>
              <a:stCxn id="4531" idx="3"/>
              <a:endCxn id="4527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2" name="Google Shape;4532;g3af7659cfab_0_1188"/>
            <p:cNvCxnSpPr>
              <a:stCxn id="4531" idx="2"/>
              <a:endCxn id="4505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3" name="Google Shape;4533;g3af7659cfab_0_1188"/>
            <p:cNvCxnSpPr>
              <a:stCxn id="4531" idx="1"/>
              <a:endCxn id="4503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4" name="Google Shape;4534;g3af7659cfab_0_1188"/>
            <p:cNvCxnSpPr>
              <a:stCxn id="4535" idx="1"/>
              <a:endCxn id="4503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6" name="Google Shape;4536;g3af7659cfab_0_1188"/>
            <p:cNvCxnSpPr>
              <a:stCxn id="4535" idx="0"/>
              <a:endCxn id="4537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8" name="Google Shape;4538;g3af7659cfab_0_1188"/>
            <p:cNvCxnSpPr>
              <a:stCxn id="4539" idx="0"/>
              <a:endCxn id="4540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1" name="Google Shape;4541;g3af7659cfab_0_1188"/>
            <p:cNvCxnSpPr>
              <a:endCxn id="4540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2" name="Google Shape;4542;g3af7659cfab_0_1188"/>
            <p:cNvCxnSpPr>
              <a:endCxn id="4539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3" name="Google Shape;4543;g3af7659cfab_0_1188"/>
            <p:cNvCxnSpPr>
              <a:endCxn id="4544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5" name="Google Shape;4545;g3af7659cfab_0_1188"/>
            <p:cNvCxnSpPr>
              <a:stCxn id="4544" idx="3"/>
              <a:endCxn id="4546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7" name="Google Shape;4547;g3af7659cfab_0_1188"/>
            <p:cNvCxnSpPr>
              <a:stCxn id="4544" idx="1"/>
              <a:endCxn id="4535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8" name="Google Shape;4548;g3af7659cfab_0_1188"/>
            <p:cNvCxnSpPr>
              <a:stCxn id="4539" idx="2"/>
              <a:endCxn id="4535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9" name="Google Shape;4549;g3af7659cfab_0_1188"/>
            <p:cNvCxnSpPr>
              <a:stCxn id="4540" idx="3"/>
              <a:endCxn id="4535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0" name="Google Shape;4550;g3af7659cfab_0_1188"/>
            <p:cNvCxnSpPr>
              <a:stCxn id="4540" idx="2"/>
              <a:endCxn id="4537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1" name="Google Shape;4551;g3af7659cfab_0_1188"/>
            <p:cNvCxnSpPr>
              <a:stCxn id="4537" idx="1"/>
              <a:endCxn id="4503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2" name="Google Shape;4552;g3af7659cfab_0_1188"/>
            <p:cNvCxnSpPr>
              <a:stCxn id="4535" idx="2"/>
              <a:endCxn id="4531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3" name="Google Shape;4553;g3af7659cfab_0_1188"/>
            <p:cNvCxnSpPr>
              <a:stCxn id="4546" idx="1"/>
              <a:endCxn id="4531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4" name="Google Shape;4554;g3af7659cfab_0_1188"/>
            <p:cNvCxnSpPr>
              <a:stCxn id="4531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5" name="Google Shape;4555;g3af7659cfab_0_1188"/>
            <p:cNvCxnSpPr>
              <a:stCxn id="4527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6" name="Google Shape;4556;g3af7659cfab_0_1188"/>
            <p:cNvCxnSpPr>
              <a:stCxn id="4546" idx="7"/>
              <a:endCxn id="4535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7" name="Google Shape;4557;g3af7659cfab_0_1188"/>
            <p:cNvCxnSpPr>
              <a:stCxn id="4498" idx="7"/>
              <a:endCxn id="4505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8" name="Google Shape;4558;g3af7659cfab_0_1188"/>
            <p:cNvCxnSpPr>
              <a:stCxn id="4544" idx="7"/>
              <a:endCxn id="4539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77" name="Google Shape;4477;g3af7659cfab_0_1188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8" name="Google Shape;4508;g3af7659cfab_0_1188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6" name="Google Shape;4476;g3af7659cfab_0_1188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2" name="Google Shape;4512;g3af7659cfab_0_1188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3" name="Google Shape;4493;g3af7659cfab_0_1188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1" name="Google Shape;4481;g3af7659cfab_0_1188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6" name="Google Shape;4496;g3af7659cfab_0_1188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9" name="Google Shape;4489;g3af7659cfab_0_1188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g3af7659cfab_0_1188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8" name="Google Shape;4498;g3af7659cfab_0_1188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g3af7659cfab_0_1188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g3af7659cfab_0_1188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5" name="Google Shape;4535;g3af7659cfab_0_1188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7" name="Google Shape;4537;g3af7659cfab_0_1188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1" name="Google Shape;4531;g3af7659cfab_0_1188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5" name="Google Shape;4505;g3af7659cfab_0_1188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g3af7659cfab_0_1188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0" name="Google Shape;4540;g3af7659cfab_0_1188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9" name="Google Shape;4539;g3af7659cfab_0_1188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4" name="Google Shape;4544;g3af7659cfab_0_1188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2" name="Google Shape;4482;g3af7659cfab_0_1188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5" name="Google Shape;4485;g3af7659cfab_0_1188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9" name="Google Shape;4479;g3af7659cfab_0_1188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59" name="Google Shape;4559;g3af7659cfab_0_1188"/>
            <p:cNvCxnSpPr>
              <a:stCxn id="4479" idx="2"/>
              <a:endCxn id="4508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0" name="Google Shape;4560;g3af7659cfab_0_1188"/>
            <p:cNvCxnSpPr>
              <a:stCxn id="4476" idx="4"/>
              <a:endCxn id="4512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15" name="Google Shape;4515;g3af7659cfab_0_1188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1" name="Google Shape;4561;g3af7659cfab_0_1188"/>
            <p:cNvCxnSpPr>
              <a:stCxn id="4515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2" name="Google Shape;4562;g3af7659cfab_0_1188"/>
            <p:cNvCxnSpPr>
              <a:stCxn id="4515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3" name="Google Shape;4563;g3af7659cfab_0_1188"/>
            <p:cNvCxnSpPr>
              <a:stCxn id="4515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4" name="Google Shape;4564;g3af7659cfab_0_1188"/>
            <p:cNvCxnSpPr>
              <a:stCxn id="4445" idx="5"/>
              <a:endCxn id="4476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5" name="Google Shape;4565;g3af7659cfab_0_1188"/>
            <p:cNvCxnSpPr>
              <a:endCxn id="4498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6" name="Google Shape;4566;g3af7659cfab_0_1188"/>
            <p:cNvCxnSpPr>
              <a:stCxn id="4476" idx="1"/>
              <a:endCxn id="4448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48" name="Google Shape;4448;g3af7659cfab_0_1188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7" name="Google Shape;4567;g3af7659cfab_0_1188"/>
            <p:cNvCxnSpPr>
              <a:stCxn id="4448" idx="6"/>
              <a:endCxn id="4477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8" name="Google Shape;4568;g3af7659cfab_0_1188"/>
            <p:cNvCxnSpPr>
              <a:stCxn id="4445" idx="1"/>
              <a:endCxn id="4448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69" name="Google Shape;4569;g3af7659cfab_0_1188"/>
          <p:cNvSpPr txBox="1"/>
          <p:nvPr/>
        </p:nvSpPr>
        <p:spPr>
          <a:xfrm>
            <a:off x="526800" y="87800"/>
            <a:ext cx="1112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Historias de Usuario Implementadas Parcialmente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0" name="Google Shape;4570;g3af7659cfab_0_1188"/>
          <p:cNvSpPr txBox="1"/>
          <p:nvPr/>
        </p:nvSpPr>
        <p:spPr>
          <a:xfrm>
            <a:off x="526875" y="2013850"/>
            <a:ext cx="10516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HU6 (RF6) - Visualizar estado del libro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HU7 (RF7) - Consultar historial del libro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HU13 (RF13) - Avanzar estado con validación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HU14 (RF14) - Asignación automática de ubicación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4" name="Shape 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5" name="Google Shape;4575;g3af7659cfab_1_585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4576" name="Google Shape;4576;g3af7659cfab_1_585"/>
            <p:cNvCxnSpPr>
              <a:stCxn id="4577" idx="7"/>
              <a:endCxn id="4578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79" name="Google Shape;4579;g3af7659cfab_1_585"/>
            <p:cNvCxnSpPr>
              <a:stCxn id="4578" idx="4"/>
              <a:endCxn id="4580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1" name="Google Shape;4581;g3af7659cfab_1_585"/>
            <p:cNvCxnSpPr>
              <a:stCxn id="4582" idx="2"/>
              <a:endCxn id="4583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4" name="Google Shape;4584;g3af7659cfab_1_585"/>
            <p:cNvCxnSpPr>
              <a:stCxn id="4580" idx="5"/>
              <a:endCxn id="4582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5" name="Google Shape;4585;g3af7659cfab_1_585"/>
            <p:cNvCxnSpPr>
              <a:stCxn id="4578" idx="5"/>
              <a:endCxn id="4586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7" name="Google Shape;4587;g3af7659cfab_1_585"/>
            <p:cNvCxnSpPr>
              <a:stCxn id="4582" idx="0"/>
              <a:endCxn id="4586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8" name="Google Shape;4588;g3af7659cfab_1_585"/>
            <p:cNvCxnSpPr>
              <a:stCxn id="4580" idx="3"/>
              <a:endCxn id="4583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9" name="Google Shape;4589;g3af7659cfab_1_585"/>
            <p:cNvCxnSpPr>
              <a:stCxn id="4578" idx="6"/>
              <a:endCxn id="4590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1" name="Google Shape;4591;g3af7659cfab_1_585"/>
            <p:cNvCxnSpPr>
              <a:stCxn id="4582" idx="7"/>
              <a:endCxn id="4590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2" name="Google Shape;4592;g3af7659cfab_1_585"/>
            <p:cNvCxnSpPr>
              <a:stCxn id="4580" idx="6"/>
              <a:endCxn id="4586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3" name="Google Shape;4593;g3af7659cfab_1_585"/>
            <p:cNvCxnSpPr>
              <a:stCxn id="4594" idx="0"/>
              <a:endCxn id="4583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5" name="Google Shape;4595;g3af7659cfab_1_585"/>
            <p:cNvCxnSpPr>
              <a:stCxn id="4586" idx="6"/>
              <a:endCxn id="4590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6" name="Google Shape;4596;g3af7659cfab_1_585"/>
            <p:cNvCxnSpPr>
              <a:stCxn id="4597" idx="0"/>
              <a:endCxn id="4590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8" name="Google Shape;4598;g3af7659cfab_1_585"/>
            <p:cNvCxnSpPr>
              <a:stCxn id="4599" idx="1"/>
              <a:endCxn id="4590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0" name="Google Shape;4600;g3af7659cfab_1_585"/>
            <p:cNvCxnSpPr>
              <a:stCxn id="4599" idx="0"/>
              <a:endCxn id="4601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2" name="Google Shape;4602;g3af7659cfab_1_585"/>
            <p:cNvCxnSpPr>
              <a:stCxn id="4601" idx="2"/>
              <a:endCxn id="4590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3" name="Google Shape;4603;g3af7659cfab_1_585"/>
            <p:cNvCxnSpPr>
              <a:stCxn id="4601" idx="7"/>
              <a:endCxn id="4604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5" name="Google Shape;4605;g3af7659cfab_1_585"/>
            <p:cNvCxnSpPr>
              <a:stCxn id="4601" idx="6"/>
              <a:endCxn id="4606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7" name="Google Shape;4607;g3af7659cfab_1_585"/>
            <p:cNvCxnSpPr>
              <a:stCxn id="4606" idx="7"/>
              <a:endCxn id="4604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8" name="Google Shape;4608;g3af7659cfab_1_585"/>
            <p:cNvCxnSpPr>
              <a:stCxn id="4609" idx="0"/>
              <a:endCxn id="4578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0" name="Google Shape;4610;g3af7659cfab_1_585"/>
            <p:cNvCxnSpPr>
              <a:stCxn id="4583" idx="2"/>
              <a:endCxn id="4609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1" name="Google Shape;4611;g3af7659cfab_1_585"/>
            <p:cNvCxnSpPr>
              <a:stCxn id="4594" idx="1"/>
              <a:endCxn id="4609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2" name="Google Shape;4612;g3af7659cfab_1_585"/>
            <p:cNvCxnSpPr>
              <a:stCxn id="4613" idx="7"/>
              <a:endCxn id="4609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4" name="Google Shape;4614;g3af7659cfab_1_585"/>
            <p:cNvCxnSpPr>
              <a:stCxn id="4577" idx="6"/>
              <a:endCxn id="4609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5" name="Google Shape;4615;g3af7659cfab_1_585"/>
            <p:cNvCxnSpPr>
              <a:stCxn id="4616" idx="7"/>
              <a:endCxn id="4577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7" name="Google Shape;4617;g3af7659cfab_1_585"/>
            <p:cNvCxnSpPr>
              <a:stCxn id="4616" idx="6"/>
              <a:endCxn id="4613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8" name="Google Shape;4618;g3af7659cfab_1_585"/>
            <p:cNvCxnSpPr>
              <a:stCxn id="4616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9" name="Google Shape;4619;g3af7659cfab_1_585"/>
            <p:cNvCxnSpPr>
              <a:stCxn id="4613" idx="6"/>
              <a:endCxn id="4594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0" name="Google Shape;4620;g3af7659cfab_1_585"/>
            <p:cNvCxnSpPr>
              <a:stCxn id="4594" idx="6"/>
              <a:endCxn id="4582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1" name="Google Shape;4621;g3af7659cfab_1_585"/>
            <p:cNvCxnSpPr>
              <a:stCxn id="4597" idx="2"/>
              <a:endCxn id="4582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2" name="Google Shape;4622;g3af7659cfab_1_585"/>
            <p:cNvCxnSpPr>
              <a:endCxn id="4582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3" name="Google Shape;4623;g3af7659cfab_1_585"/>
            <p:cNvCxnSpPr>
              <a:endCxn id="4582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4" name="Google Shape;4624;g3af7659cfab_1_585"/>
            <p:cNvCxnSpPr>
              <a:endCxn id="4597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5" name="Google Shape;4625;g3af7659cfab_1_585"/>
            <p:cNvCxnSpPr>
              <a:stCxn id="4599" idx="2"/>
              <a:endCxn id="4597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6" name="Google Shape;4626;g3af7659cfab_1_585"/>
            <p:cNvCxnSpPr>
              <a:stCxn id="4599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7" name="Google Shape;4627;g3af7659cfab_1_585"/>
            <p:cNvCxnSpPr>
              <a:stCxn id="4628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9" name="Google Shape;4629;g3af7659cfab_1_585"/>
            <p:cNvCxnSpPr>
              <a:stCxn id="4628" idx="2"/>
              <a:endCxn id="4599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0" name="Google Shape;4630;g3af7659cfab_1_585"/>
            <p:cNvCxnSpPr>
              <a:stCxn id="4606" idx="4"/>
              <a:endCxn id="4628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1" name="Google Shape;4631;g3af7659cfab_1_585"/>
            <p:cNvCxnSpPr>
              <a:stCxn id="4632" idx="3"/>
              <a:endCxn id="4628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3" name="Google Shape;4633;g3af7659cfab_1_585"/>
            <p:cNvCxnSpPr>
              <a:stCxn id="4632" idx="2"/>
              <a:endCxn id="4606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4" name="Google Shape;4634;g3af7659cfab_1_585"/>
            <p:cNvCxnSpPr>
              <a:stCxn id="4632" idx="1"/>
              <a:endCxn id="4604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5" name="Google Shape;4635;g3af7659cfab_1_585"/>
            <p:cNvCxnSpPr>
              <a:stCxn id="4636" idx="1"/>
              <a:endCxn id="4604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7" name="Google Shape;4637;g3af7659cfab_1_585"/>
            <p:cNvCxnSpPr>
              <a:stCxn id="4636" idx="0"/>
              <a:endCxn id="4638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9" name="Google Shape;4639;g3af7659cfab_1_585"/>
            <p:cNvCxnSpPr>
              <a:stCxn id="4640" idx="0"/>
              <a:endCxn id="4641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42" name="Google Shape;4642;g3af7659cfab_1_585"/>
            <p:cNvCxnSpPr>
              <a:stCxn id="4643" idx="0"/>
              <a:endCxn id="4641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44" name="Google Shape;4644;g3af7659cfab_1_585"/>
            <p:cNvCxnSpPr>
              <a:stCxn id="4645" idx="3"/>
              <a:endCxn id="4646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47" name="Google Shape;4647;g3af7659cfab_1_585"/>
            <p:cNvCxnSpPr>
              <a:stCxn id="4645" idx="1"/>
              <a:endCxn id="4636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48" name="Google Shape;4648;g3af7659cfab_1_585"/>
            <p:cNvCxnSpPr>
              <a:stCxn id="4640" idx="2"/>
              <a:endCxn id="4636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49" name="Google Shape;4649;g3af7659cfab_1_585"/>
            <p:cNvCxnSpPr>
              <a:stCxn id="4641" idx="3"/>
              <a:endCxn id="4636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0" name="Google Shape;4650;g3af7659cfab_1_585"/>
            <p:cNvCxnSpPr>
              <a:stCxn id="4641" idx="2"/>
              <a:endCxn id="4638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1" name="Google Shape;4651;g3af7659cfab_1_585"/>
            <p:cNvCxnSpPr>
              <a:stCxn id="4638" idx="1"/>
              <a:endCxn id="4604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2" name="Google Shape;4652;g3af7659cfab_1_585"/>
            <p:cNvCxnSpPr>
              <a:stCxn id="4636" idx="2"/>
              <a:endCxn id="4632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3" name="Google Shape;4653;g3af7659cfab_1_585"/>
            <p:cNvCxnSpPr>
              <a:stCxn id="4646" idx="1"/>
              <a:endCxn id="4632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4" name="Google Shape;4654;g3af7659cfab_1_585"/>
            <p:cNvCxnSpPr>
              <a:stCxn id="4632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5" name="Google Shape;4655;g3af7659cfab_1_585"/>
            <p:cNvCxnSpPr>
              <a:stCxn id="4628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6" name="Google Shape;4656;g3af7659cfab_1_585"/>
            <p:cNvCxnSpPr>
              <a:stCxn id="4646" idx="7"/>
              <a:endCxn id="4636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7" name="Google Shape;4657;g3af7659cfab_1_585"/>
            <p:cNvCxnSpPr>
              <a:stCxn id="4599" idx="7"/>
              <a:endCxn id="4606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8" name="Google Shape;4658;g3af7659cfab_1_585"/>
            <p:cNvCxnSpPr>
              <a:stCxn id="4645" idx="7"/>
              <a:endCxn id="4640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78" name="Google Shape;4578;g3af7659cfab_1_585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9" name="Google Shape;4609;g3af7659cfab_1_585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7" name="Google Shape;4577;g3af7659cfab_1_585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3" name="Google Shape;4613;g3af7659cfab_1_585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g3af7659cfab_1_585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2" name="Google Shape;4582;g3af7659cfab_1_585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g3af7659cfab_1_585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g3af7659cfab_1_585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g3af7659cfab_1_585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g3af7659cfab_1_585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g3af7659cfab_1_585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6" name="Google Shape;4646;g3af7659cfab_1_585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g3af7659cfab_1_585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8" name="Google Shape;4638;g3af7659cfab_1_585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2" name="Google Shape;4632;g3af7659cfab_1_585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6" name="Google Shape;4606;g3af7659cfab_1_585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4" name="Google Shape;4604;g3af7659cfab_1_585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1" name="Google Shape;4641;g3af7659cfab_1_585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0" name="Google Shape;4640;g3af7659cfab_1_585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g3af7659cfab_1_585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3" name="Google Shape;4583;g3af7659cfab_1_585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6" name="Google Shape;4586;g3af7659cfab_1_585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0" name="Google Shape;4580;g3af7659cfab_1_585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59" name="Google Shape;4659;g3af7659cfab_1_585"/>
            <p:cNvCxnSpPr>
              <a:stCxn id="4580" idx="2"/>
              <a:endCxn id="4609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0" name="Google Shape;4660;g3af7659cfab_1_585"/>
            <p:cNvCxnSpPr>
              <a:stCxn id="4577" idx="4"/>
              <a:endCxn id="4613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16" name="Google Shape;4616;g3af7659cfab_1_585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61" name="Google Shape;4661;g3af7659cfab_1_585"/>
            <p:cNvCxnSpPr>
              <a:stCxn id="4616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2" name="Google Shape;4662;g3af7659cfab_1_585"/>
            <p:cNvCxnSpPr>
              <a:stCxn id="4616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3" name="Google Shape;4663;g3af7659cfab_1_585"/>
            <p:cNvCxnSpPr>
              <a:stCxn id="4616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4" name="Google Shape;4664;g3af7659cfab_1_585"/>
            <p:cNvCxnSpPr>
              <a:endCxn id="4577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5" name="Google Shape;4665;g3af7659cfab_1_585"/>
            <p:cNvCxnSpPr>
              <a:endCxn id="4599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6" name="Google Shape;4666;g3af7659cfab_1_585"/>
            <p:cNvCxnSpPr>
              <a:stCxn id="4577" idx="1"/>
              <a:endCxn id="4667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67" name="Google Shape;4667;g3af7659cfab_1_585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68" name="Google Shape;4668;g3af7659cfab_1_585"/>
            <p:cNvCxnSpPr>
              <a:stCxn id="4667" idx="6"/>
              <a:endCxn id="4578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9" name="Google Shape;4669;g3af7659cfab_1_585"/>
            <p:cNvCxnSpPr>
              <a:endCxn id="4667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0" name="Google Shape;4670;g3af7659cfab_1_585"/>
            <p:cNvCxnSpPr>
              <a:stCxn id="4671" idx="7"/>
              <a:endCxn id="4672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3" name="Google Shape;4673;g3af7659cfab_1_585"/>
            <p:cNvCxnSpPr>
              <a:stCxn id="4672" idx="4"/>
              <a:endCxn id="4674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5" name="Google Shape;4675;g3af7659cfab_1_585"/>
            <p:cNvCxnSpPr>
              <a:stCxn id="4676" idx="2"/>
              <a:endCxn id="4677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8" name="Google Shape;4678;g3af7659cfab_1_585"/>
            <p:cNvCxnSpPr>
              <a:stCxn id="4674" idx="5"/>
              <a:endCxn id="4676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9" name="Google Shape;4679;g3af7659cfab_1_585"/>
            <p:cNvCxnSpPr>
              <a:stCxn id="4672" idx="5"/>
              <a:endCxn id="4680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1" name="Google Shape;4681;g3af7659cfab_1_585"/>
            <p:cNvCxnSpPr>
              <a:stCxn id="4676" idx="0"/>
              <a:endCxn id="4680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2" name="Google Shape;4682;g3af7659cfab_1_585"/>
            <p:cNvCxnSpPr>
              <a:stCxn id="4674" idx="3"/>
              <a:endCxn id="4677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3" name="Google Shape;4683;g3af7659cfab_1_585"/>
            <p:cNvCxnSpPr>
              <a:stCxn id="4672" idx="6"/>
              <a:endCxn id="4684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5" name="Google Shape;4685;g3af7659cfab_1_585"/>
            <p:cNvCxnSpPr>
              <a:stCxn id="4676" idx="7"/>
              <a:endCxn id="4684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6" name="Google Shape;4686;g3af7659cfab_1_585"/>
            <p:cNvCxnSpPr>
              <a:stCxn id="4674" idx="6"/>
              <a:endCxn id="4680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7" name="Google Shape;4687;g3af7659cfab_1_585"/>
            <p:cNvCxnSpPr>
              <a:stCxn id="4688" idx="0"/>
              <a:endCxn id="4677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9" name="Google Shape;4689;g3af7659cfab_1_585"/>
            <p:cNvCxnSpPr>
              <a:stCxn id="4680" idx="6"/>
              <a:endCxn id="4684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0" name="Google Shape;4690;g3af7659cfab_1_585"/>
            <p:cNvCxnSpPr>
              <a:stCxn id="4691" idx="0"/>
              <a:endCxn id="4684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2" name="Google Shape;4692;g3af7659cfab_1_585"/>
            <p:cNvCxnSpPr>
              <a:stCxn id="4693" idx="1"/>
              <a:endCxn id="4684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4" name="Google Shape;4694;g3af7659cfab_1_585"/>
            <p:cNvCxnSpPr>
              <a:stCxn id="4693" idx="0"/>
              <a:endCxn id="4695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6" name="Google Shape;4696;g3af7659cfab_1_585"/>
            <p:cNvCxnSpPr>
              <a:stCxn id="4695" idx="2"/>
              <a:endCxn id="4684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7" name="Google Shape;4697;g3af7659cfab_1_585"/>
            <p:cNvCxnSpPr>
              <a:stCxn id="4695" idx="7"/>
              <a:endCxn id="4698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9" name="Google Shape;4699;g3af7659cfab_1_585"/>
            <p:cNvCxnSpPr>
              <a:stCxn id="4695" idx="6"/>
              <a:endCxn id="4700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1" name="Google Shape;4701;g3af7659cfab_1_585"/>
            <p:cNvCxnSpPr>
              <a:stCxn id="4700" idx="7"/>
              <a:endCxn id="4698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2" name="Google Shape;4702;g3af7659cfab_1_585"/>
            <p:cNvCxnSpPr>
              <a:stCxn id="4703" idx="0"/>
              <a:endCxn id="4672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4" name="Google Shape;4704;g3af7659cfab_1_585"/>
            <p:cNvCxnSpPr>
              <a:stCxn id="4677" idx="2"/>
              <a:endCxn id="4703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5" name="Google Shape;4705;g3af7659cfab_1_585"/>
            <p:cNvCxnSpPr>
              <a:stCxn id="4688" idx="1"/>
              <a:endCxn id="4703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6" name="Google Shape;4706;g3af7659cfab_1_585"/>
            <p:cNvCxnSpPr>
              <a:stCxn id="4707" idx="7"/>
              <a:endCxn id="4703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8" name="Google Shape;4708;g3af7659cfab_1_585"/>
            <p:cNvCxnSpPr>
              <a:stCxn id="4671" idx="6"/>
              <a:endCxn id="4703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9" name="Google Shape;4709;g3af7659cfab_1_585"/>
            <p:cNvCxnSpPr>
              <a:stCxn id="4710" idx="7"/>
              <a:endCxn id="4671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1" name="Google Shape;4711;g3af7659cfab_1_585"/>
            <p:cNvCxnSpPr>
              <a:stCxn id="4710" idx="6"/>
              <a:endCxn id="4707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2" name="Google Shape;4712;g3af7659cfab_1_585"/>
            <p:cNvCxnSpPr>
              <a:stCxn id="4710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3" name="Google Shape;4713;g3af7659cfab_1_585"/>
            <p:cNvCxnSpPr>
              <a:stCxn id="4707" idx="6"/>
              <a:endCxn id="4688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4" name="Google Shape;4714;g3af7659cfab_1_585"/>
            <p:cNvCxnSpPr>
              <a:stCxn id="4688" idx="6"/>
              <a:endCxn id="4676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5" name="Google Shape;4715;g3af7659cfab_1_585"/>
            <p:cNvCxnSpPr>
              <a:stCxn id="4691" idx="2"/>
              <a:endCxn id="4676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6" name="Google Shape;4716;g3af7659cfab_1_585"/>
            <p:cNvCxnSpPr>
              <a:endCxn id="4676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7" name="Google Shape;4717;g3af7659cfab_1_585"/>
            <p:cNvCxnSpPr>
              <a:endCxn id="4676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8" name="Google Shape;4718;g3af7659cfab_1_585"/>
            <p:cNvCxnSpPr>
              <a:endCxn id="4691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9" name="Google Shape;4719;g3af7659cfab_1_585"/>
            <p:cNvCxnSpPr>
              <a:stCxn id="4693" idx="2"/>
              <a:endCxn id="4691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0" name="Google Shape;4720;g3af7659cfab_1_585"/>
            <p:cNvCxnSpPr>
              <a:stCxn id="4693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1" name="Google Shape;4721;g3af7659cfab_1_585"/>
            <p:cNvCxnSpPr>
              <a:stCxn id="4722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3" name="Google Shape;4723;g3af7659cfab_1_585"/>
            <p:cNvCxnSpPr>
              <a:stCxn id="4722" idx="2"/>
              <a:endCxn id="4693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4" name="Google Shape;4724;g3af7659cfab_1_585"/>
            <p:cNvCxnSpPr>
              <a:stCxn id="4700" idx="4"/>
              <a:endCxn id="4722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5" name="Google Shape;4725;g3af7659cfab_1_585"/>
            <p:cNvCxnSpPr>
              <a:stCxn id="4726" idx="3"/>
              <a:endCxn id="4722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7" name="Google Shape;4727;g3af7659cfab_1_585"/>
            <p:cNvCxnSpPr>
              <a:stCxn id="4726" idx="2"/>
              <a:endCxn id="4700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8" name="Google Shape;4728;g3af7659cfab_1_585"/>
            <p:cNvCxnSpPr>
              <a:stCxn id="4726" idx="1"/>
              <a:endCxn id="4698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29" name="Google Shape;4729;g3af7659cfab_1_585"/>
            <p:cNvCxnSpPr>
              <a:stCxn id="4730" idx="1"/>
              <a:endCxn id="4698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31" name="Google Shape;4731;g3af7659cfab_1_585"/>
            <p:cNvCxnSpPr>
              <a:stCxn id="4730" idx="0"/>
              <a:endCxn id="4732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33" name="Google Shape;4733;g3af7659cfab_1_585"/>
            <p:cNvCxnSpPr>
              <a:stCxn id="4734" idx="0"/>
              <a:endCxn id="4735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36" name="Google Shape;4736;g3af7659cfab_1_585"/>
            <p:cNvCxnSpPr>
              <a:endCxn id="4735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37" name="Google Shape;4737;g3af7659cfab_1_585"/>
            <p:cNvCxnSpPr>
              <a:endCxn id="4734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38" name="Google Shape;4738;g3af7659cfab_1_585"/>
            <p:cNvCxnSpPr>
              <a:endCxn id="4739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0" name="Google Shape;4740;g3af7659cfab_1_585"/>
            <p:cNvCxnSpPr>
              <a:stCxn id="4739" idx="3"/>
              <a:endCxn id="4741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2" name="Google Shape;4742;g3af7659cfab_1_585"/>
            <p:cNvCxnSpPr>
              <a:stCxn id="4739" idx="1"/>
              <a:endCxn id="4730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3" name="Google Shape;4743;g3af7659cfab_1_585"/>
            <p:cNvCxnSpPr>
              <a:stCxn id="4734" idx="2"/>
              <a:endCxn id="4730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4" name="Google Shape;4744;g3af7659cfab_1_585"/>
            <p:cNvCxnSpPr>
              <a:stCxn id="4735" idx="3"/>
              <a:endCxn id="4730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5" name="Google Shape;4745;g3af7659cfab_1_585"/>
            <p:cNvCxnSpPr>
              <a:stCxn id="4735" idx="2"/>
              <a:endCxn id="4732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6" name="Google Shape;4746;g3af7659cfab_1_585"/>
            <p:cNvCxnSpPr>
              <a:stCxn id="4732" idx="1"/>
              <a:endCxn id="4698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7" name="Google Shape;4747;g3af7659cfab_1_585"/>
            <p:cNvCxnSpPr>
              <a:stCxn id="4730" idx="2"/>
              <a:endCxn id="4726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8" name="Google Shape;4748;g3af7659cfab_1_585"/>
            <p:cNvCxnSpPr>
              <a:stCxn id="4741" idx="1"/>
              <a:endCxn id="4726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49" name="Google Shape;4749;g3af7659cfab_1_585"/>
            <p:cNvCxnSpPr>
              <a:stCxn id="4726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0" name="Google Shape;4750;g3af7659cfab_1_585"/>
            <p:cNvCxnSpPr>
              <a:stCxn id="4722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1" name="Google Shape;4751;g3af7659cfab_1_585"/>
            <p:cNvCxnSpPr>
              <a:stCxn id="4741" idx="7"/>
              <a:endCxn id="4730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2" name="Google Shape;4752;g3af7659cfab_1_585"/>
            <p:cNvCxnSpPr>
              <a:stCxn id="4693" idx="7"/>
              <a:endCxn id="4700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3" name="Google Shape;4753;g3af7659cfab_1_585"/>
            <p:cNvCxnSpPr>
              <a:stCxn id="4739" idx="7"/>
              <a:endCxn id="4734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72" name="Google Shape;4672;g3af7659cfab_1_585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3" name="Google Shape;4703;g3af7659cfab_1_585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1" name="Google Shape;4671;g3af7659cfab_1_585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Google Shape;4707;g3af7659cfab_1_585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8" name="Google Shape;4688;g3af7659cfab_1_585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6" name="Google Shape;4676;g3af7659cfab_1_585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1" name="Google Shape;4691;g3af7659cfab_1_585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Google Shape;4684;g3af7659cfab_1_585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g3af7659cfab_1_585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g3af7659cfab_1_585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g3af7659cfab_1_585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1" name="Google Shape;4741;g3af7659cfab_1_585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g3af7659cfab_1_585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g3af7659cfab_1_585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g3af7659cfab_1_585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0" name="Google Shape;4700;g3af7659cfab_1_585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8" name="Google Shape;4698;g3af7659cfab_1_585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g3af7659cfab_1_585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g3af7659cfab_1_585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g3af7659cfab_1_585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g3af7659cfab_1_585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g3af7659cfab_1_585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4" name="Google Shape;4674;g3af7659cfab_1_585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4" name="Google Shape;4754;g3af7659cfab_1_585"/>
            <p:cNvCxnSpPr>
              <a:stCxn id="4674" idx="2"/>
              <a:endCxn id="4703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5" name="Google Shape;4755;g3af7659cfab_1_585"/>
            <p:cNvCxnSpPr>
              <a:stCxn id="4671" idx="4"/>
              <a:endCxn id="4707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710" name="Google Shape;4710;g3af7659cfab_1_585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6" name="Google Shape;4756;g3af7659cfab_1_585"/>
            <p:cNvCxnSpPr>
              <a:stCxn id="4710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7" name="Google Shape;4757;g3af7659cfab_1_585"/>
            <p:cNvCxnSpPr>
              <a:stCxn id="4710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8" name="Google Shape;4758;g3af7659cfab_1_585"/>
            <p:cNvCxnSpPr>
              <a:stCxn id="4710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59" name="Google Shape;4759;g3af7659cfab_1_585"/>
            <p:cNvCxnSpPr>
              <a:stCxn id="4640" idx="5"/>
              <a:endCxn id="4671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60" name="Google Shape;4760;g3af7659cfab_1_585"/>
            <p:cNvCxnSpPr>
              <a:endCxn id="4693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61" name="Google Shape;4761;g3af7659cfab_1_585"/>
            <p:cNvCxnSpPr>
              <a:stCxn id="4671" idx="1"/>
              <a:endCxn id="4643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43" name="Google Shape;4643;g3af7659cfab_1_585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62" name="Google Shape;4762;g3af7659cfab_1_585"/>
            <p:cNvCxnSpPr>
              <a:stCxn id="4643" idx="6"/>
              <a:endCxn id="4672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63" name="Google Shape;4763;g3af7659cfab_1_585"/>
            <p:cNvCxnSpPr>
              <a:stCxn id="4640" idx="1"/>
              <a:endCxn id="4643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764" name="Google Shape;4764;g3af7659cfab_1_585"/>
          <p:cNvSpPr txBox="1"/>
          <p:nvPr/>
        </p:nvSpPr>
        <p:spPr>
          <a:xfrm>
            <a:off x="526800" y="87800"/>
            <a:ext cx="1112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Historias de Usuario Implementadas Parcialmente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5" name="Google Shape;4765;g3af7659cfab_1_585"/>
          <p:cNvSpPr txBox="1"/>
          <p:nvPr/>
        </p:nvSpPr>
        <p:spPr>
          <a:xfrm>
            <a:off x="526875" y="2013850"/>
            <a:ext cx="10516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HU29 (RF29) - Upload de PDF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HU12 (RF12) - Portal de lectura público para libros disponibles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HU2 (RF2) - Registrar condición física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HU3 (RF3) - Seguimiento de restauración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HU4 (RF4) - Seguimiento de digitalización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HU5 (RF5) - Clasificar libro según contenido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9" name="Shape 4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0" name="Google Shape;4770;g3af7659cfab_0_1382"/>
          <p:cNvSpPr txBox="1"/>
          <p:nvPr/>
        </p:nvSpPr>
        <p:spPr>
          <a:xfrm>
            <a:off x="-39025" y="87800"/>
            <a:ext cx="1198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Historias de Usuario no </a:t>
            </a:r>
            <a:r>
              <a:rPr lang="en-US" sz="4800">
                <a:solidFill>
                  <a:schemeClr val="lt1"/>
                </a:solidFill>
              </a:rPr>
              <a:t>Implementadas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1" name="Google Shape;4771;g3af7659cfab_0_1382"/>
          <p:cNvSpPr txBox="1"/>
          <p:nvPr/>
        </p:nvSpPr>
        <p:spPr>
          <a:xfrm>
            <a:off x="526875" y="1521116"/>
            <a:ext cx="10516200" cy="4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HU8 (RF8) - Generar reportes generales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   - No hay dashboard de estadísticas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   - Falta: libros procesados, tiempo promedio, métricas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HU18 (RF18) - Restablecer contraseña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   - Falta: emails de recuperación, tokens temporales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   - Solo cambio manual por admin</a:t>
            </a:r>
            <a:br>
              <a:rPr lang="en-US" sz="2000">
                <a:solidFill>
                  <a:schemeClr val="lt1"/>
                </a:solidFill>
              </a:rPr>
            </a:br>
            <a:endParaRPr sz="2000">
              <a:solidFill>
                <a:schemeClr val="lt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HU28 (RF28) - Notificar tareas pendientes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   - No hay sistema de notificaciones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   - No hay alertas de tareas excedidas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   - No hay emails o notificaciones push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grpSp>
        <p:nvGrpSpPr>
          <p:cNvPr id="4772" name="Google Shape;4772;g3af7659cfab_0_1382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4773" name="Google Shape;4773;g3af7659cfab_0_1382"/>
            <p:cNvCxnSpPr>
              <a:stCxn id="4774" idx="7"/>
              <a:endCxn id="4775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76" name="Google Shape;4776;g3af7659cfab_0_1382"/>
            <p:cNvCxnSpPr>
              <a:stCxn id="4775" idx="4"/>
              <a:endCxn id="4777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78" name="Google Shape;4778;g3af7659cfab_0_1382"/>
            <p:cNvCxnSpPr>
              <a:stCxn id="4779" idx="2"/>
              <a:endCxn id="4780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1" name="Google Shape;4781;g3af7659cfab_0_1382"/>
            <p:cNvCxnSpPr>
              <a:stCxn id="4777" idx="5"/>
              <a:endCxn id="4779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2" name="Google Shape;4782;g3af7659cfab_0_1382"/>
            <p:cNvCxnSpPr>
              <a:stCxn id="4775" idx="5"/>
              <a:endCxn id="4783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4" name="Google Shape;4784;g3af7659cfab_0_1382"/>
            <p:cNvCxnSpPr>
              <a:stCxn id="4779" idx="0"/>
              <a:endCxn id="4783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5" name="Google Shape;4785;g3af7659cfab_0_1382"/>
            <p:cNvCxnSpPr>
              <a:stCxn id="4777" idx="3"/>
              <a:endCxn id="4780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6" name="Google Shape;4786;g3af7659cfab_0_1382"/>
            <p:cNvCxnSpPr>
              <a:stCxn id="4775" idx="6"/>
              <a:endCxn id="4787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8" name="Google Shape;4788;g3af7659cfab_0_1382"/>
            <p:cNvCxnSpPr>
              <a:stCxn id="4779" idx="7"/>
              <a:endCxn id="4787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89" name="Google Shape;4789;g3af7659cfab_0_1382"/>
            <p:cNvCxnSpPr>
              <a:stCxn id="4777" idx="6"/>
              <a:endCxn id="4783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90" name="Google Shape;4790;g3af7659cfab_0_1382"/>
            <p:cNvCxnSpPr>
              <a:stCxn id="4791" idx="0"/>
              <a:endCxn id="4780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92" name="Google Shape;4792;g3af7659cfab_0_1382"/>
            <p:cNvCxnSpPr>
              <a:stCxn id="4783" idx="6"/>
              <a:endCxn id="4787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93" name="Google Shape;4793;g3af7659cfab_0_1382"/>
            <p:cNvCxnSpPr>
              <a:stCxn id="4794" idx="0"/>
              <a:endCxn id="4787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95" name="Google Shape;4795;g3af7659cfab_0_1382"/>
            <p:cNvCxnSpPr>
              <a:stCxn id="4796" idx="1"/>
              <a:endCxn id="4787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97" name="Google Shape;4797;g3af7659cfab_0_1382"/>
            <p:cNvCxnSpPr>
              <a:stCxn id="4796" idx="0"/>
              <a:endCxn id="4798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99" name="Google Shape;4799;g3af7659cfab_0_1382"/>
            <p:cNvCxnSpPr>
              <a:stCxn id="4798" idx="2"/>
              <a:endCxn id="4787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0" name="Google Shape;4800;g3af7659cfab_0_1382"/>
            <p:cNvCxnSpPr>
              <a:stCxn id="4798" idx="7"/>
              <a:endCxn id="4801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2" name="Google Shape;4802;g3af7659cfab_0_1382"/>
            <p:cNvCxnSpPr>
              <a:stCxn id="4798" idx="6"/>
              <a:endCxn id="4803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4" name="Google Shape;4804;g3af7659cfab_0_1382"/>
            <p:cNvCxnSpPr>
              <a:stCxn id="4803" idx="7"/>
              <a:endCxn id="4801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5" name="Google Shape;4805;g3af7659cfab_0_1382"/>
            <p:cNvCxnSpPr>
              <a:stCxn id="4806" idx="0"/>
              <a:endCxn id="4775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7" name="Google Shape;4807;g3af7659cfab_0_1382"/>
            <p:cNvCxnSpPr>
              <a:stCxn id="4780" idx="2"/>
              <a:endCxn id="4806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8" name="Google Shape;4808;g3af7659cfab_0_1382"/>
            <p:cNvCxnSpPr>
              <a:stCxn id="4791" idx="1"/>
              <a:endCxn id="4806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9" name="Google Shape;4809;g3af7659cfab_0_1382"/>
            <p:cNvCxnSpPr>
              <a:stCxn id="4810" idx="7"/>
              <a:endCxn id="4806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1" name="Google Shape;4811;g3af7659cfab_0_1382"/>
            <p:cNvCxnSpPr>
              <a:stCxn id="4774" idx="6"/>
              <a:endCxn id="4806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2" name="Google Shape;4812;g3af7659cfab_0_1382"/>
            <p:cNvCxnSpPr>
              <a:stCxn id="4813" idx="7"/>
              <a:endCxn id="4774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4" name="Google Shape;4814;g3af7659cfab_0_1382"/>
            <p:cNvCxnSpPr>
              <a:stCxn id="4813" idx="6"/>
              <a:endCxn id="4810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5" name="Google Shape;4815;g3af7659cfab_0_1382"/>
            <p:cNvCxnSpPr>
              <a:stCxn id="4813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6" name="Google Shape;4816;g3af7659cfab_0_1382"/>
            <p:cNvCxnSpPr>
              <a:stCxn id="4810" idx="6"/>
              <a:endCxn id="4791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7" name="Google Shape;4817;g3af7659cfab_0_1382"/>
            <p:cNvCxnSpPr>
              <a:stCxn id="4791" idx="6"/>
              <a:endCxn id="4779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8" name="Google Shape;4818;g3af7659cfab_0_1382"/>
            <p:cNvCxnSpPr>
              <a:stCxn id="4794" idx="2"/>
              <a:endCxn id="4779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9" name="Google Shape;4819;g3af7659cfab_0_1382"/>
            <p:cNvCxnSpPr>
              <a:endCxn id="4779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0" name="Google Shape;4820;g3af7659cfab_0_1382"/>
            <p:cNvCxnSpPr>
              <a:endCxn id="4779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1" name="Google Shape;4821;g3af7659cfab_0_1382"/>
            <p:cNvCxnSpPr>
              <a:endCxn id="4794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2" name="Google Shape;4822;g3af7659cfab_0_1382"/>
            <p:cNvCxnSpPr>
              <a:stCxn id="4796" idx="2"/>
              <a:endCxn id="4794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3" name="Google Shape;4823;g3af7659cfab_0_1382"/>
            <p:cNvCxnSpPr>
              <a:stCxn id="4796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4" name="Google Shape;4824;g3af7659cfab_0_1382"/>
            <p:cNvCxnSpPr>
              <a:stCxn id="4825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6" name="Google Shape;4826;g3af7659cfab_0_1382"/>
            <p:cNvCxnSpPr>
              <a:stCxn id="4825" idx="2"/>
              <a:endCxn id="4796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7" name="Google Shape;4827;g3af7659cfab_0_1382"/>
            <p:cNvCxnSpPr>
              <a:stCxn id="4803" idx="4"/>
              <a:endCxn id="4825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8" name="Google Shape;4828;g3af7659cfab_0_1382"/>
            <p:cNvCxnSpPr>
              <a:stCxn id="4829" idx="3"/>
              <a:endCxn id="4825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0" name="Google Shape;4830;g3af7659cfab_0_1382"/>
            <p:cNvCxnSpPr>
              <a:stCxn id="4829" idx="2"/>
              <a:endCxn id="4803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1" name="Google Shape;4831;g3af7659cfab_0_1382"/>
            <p:cNvCxnSpPr>
              <a:stCxn id="4829" idx="1"/>
              <a:endCxn id="4801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2" name="Google Shape;4832;g3af7659cfab_0_1382"/>
            <p:cNvCxnSpPr>
              <a:stCxn id="4833" idx="1"/>
              <a:endCxn id="4801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4" name="Google Shape;4834;g3af7659cfab_0_1382"/>
            <p:cNvCxnSpPr>
              <a:stCxn id="4833" idx="0"/>
              <a:endCxn id="4835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6" name="Google Shape;4836;g3af7659cfab_0_1382"/>
            <p:cNvCxnSpPr>
              <a:stCxn id="4837" idx="0"/>
              <a:endCxn id="4838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9" name="Google Shape;4839;g3af7659cfab_0_1382"/>
            <p:cNvCxnSpPr>
              <a:stCxn id="4840" idx="0"/>
              <a:endCxn id="4838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1" name="Google Shape;4841;g3af7659cfab_0_1382"/>
            <p:cNvCxnSpPr>
              <a:stCxn id="4842" idx="3"/>
              <a:endCxn id="4843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4" name="Google Shape;4844;g3af7659cfab_0_1382"/>
            <p:cNvCxnSpPr>
              <a:stCxn id="4842" idx="1"/>
              <a:endCxn id="4833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5" name="Google Shape;4845;g3af7659cfab_0_1382"/>
            <p:cNvCxnSpPr>
              <a:stCxn id="4837" idx="2"/>
              <a:endCxn id="4833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6" name="Google Shape;4846;g3af7659cfab_0_1382"/>
            <p:cNvCxnSpPr>
              <a:stCxn id="4838" idx="3"/>
              <a:endCxn id="4833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7" name="Google Shape;4847;g3af7659cfab_0_1382"/>
            <p:cNvCxnSpPr>
              <a:stCxn id="4838" idx="2"/>
              <a:endCxn id="4835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8" name="Google Shape;4848;g3af7659cfab_0_1382"/>
            <p:cNvCxnSpPr>
              <a:stCxn id="4835" idx="1"/>
              <a:endCxn id="4801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9" name="Google Shape;4849;g3af7659cfab_0_1382"/>
            <p:cNvCxnSpPr>
              <a:stCxn id="4833" idx="2"/>
              <a:endCxn id="4829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0" name="Google Shape;4850;g3af7659cfab_0_1382"/>
            <p:cNvCxnSpPr>
              <a:stCxn id="4843" idx="1"/>
              <a:endCxn id="4829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1" name="Google Shape;4851;g3af7659cfab_0_1382"/>
            <p:cNvCxnSpPr>
              <a:stCxn id="4829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2" name="Google Shape;4852;g3af7659cfab_0_1382"/>
            <p:cNvCxnSpPr>
              <a:stCxn id="4825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3" name="Google Shape;4853;g3af7659cfab_0_1382"/>
            <p:cNvCxnSpPr>
              <a:stCxn id="4843" idx="7"/>
              <a:endCxn id="4833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4" name="Google Shape;4854;g3af7659cfab_0_1382"/>
            <p:cNvCxnSpPr>
              <a:stCxn id="4796" idx="7"/>
              <a:endCxn id="4803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5" name="Google Shape;4855;g3af7659cfab_0_1382"/>
            <p:cNvCxnSpPr>
              <a:stCxn id="4842" idx="7"/>
              <a:endCxn id="4837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775" name="Google Shape;4775;g3af7659cfab_0_1382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6" name="Google Shape;4806;g3af7659cfab_0_1382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4" name="Google Shape;4774;g3af7659cfab_0_1382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0" name="Google Shape;4810;g3af7659cfab_0_1382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1" name="Google Shape;4791;g3af7659cfab_0_1382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9" name="Google Shape;4779;g3af7659cfab_0_1382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4" name="Google Shape;4794;g3af7659cfab_0_1382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7" name="Google Shape;4787;g3af7659cfab_0_1382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8" name="Google Shape;4798;g3af7659cfab_0_1382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6" name="Google Shape;4796;g3af7659cfab_0_1382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5" name="Google Shape;4825;g3af7659cfab_0_1382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g3af7659cfab_0_1382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3" name="Google Shape;4833;g3af7659cfab_0_1382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5" name="Google Shape;4835;g3af7659cfab_0_1382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9" name="Google Shape;4829;g3af7659cfab_0_1382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3" name="Google Shape;4803;g3af7659cfab_0_1382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1" name="Google Shape;4801;g3af7659cfab_0_1382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8" name="Google Shape;4838;g3af7659cfab_0_1382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7" name="Google Shape;4837;g3af7659cfab_0_1382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2" name="Google Shape;4842;g3af7659cfab_0_1382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0" name="Google Shape;4780;g3af7659cfab_0_1382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3" name="Google Shape;4783;g3af7659cfab_0_1382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7" name="Google Shape;4777;g3af7659cfab_0_1382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6" name="Google Shape;4856;g3af7659cfab_0_1382"/>
            <p:cNvCxnSpPr>
              <a:stCxn id="4777" idx="2"/>
              <a:endCxn id="4806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7" name="Google Shape;4857;g3af7659cfab_0_1382"/>
            <p:cNvCxnSpPr>
              <a:stCxn id="4774" idx="4"/>
              <a:endCxn id="4810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13" name="Google Shape;4813;g3af7659cfab_0_1382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8" name="Google Shape;4858;g3af7659cfab_0_1382"/>
            <p:cNvCxnSpPr>
              <a:stCxn id="4813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9" name="Google Shape;4859;g3af7659cfab_0_1382"/>
            <p:cNvCxnSpPr>
              <a:stCxn id="4813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0" name="Google Shape;4860;g3af7659cfab_0_1382"/>
            <p:cNvCxnSpPr>
              <a:stCxn id="4813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1" name="Google Shape;4861;g3af7659cfab_0_1382"/>
            <p:cNvCxnSpPr>
              <a:endCxn id="4774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2" name="Google Shape;4862;g3af7659cfab_0_1382"/>
            <p:cNvCxnSpPr>
              <a:endCxn id="4796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3" name="Google Shape;4863;g3af7659cfab_0_1382"/>
            <p:cNvCxnSpPr>
              <a:stCxn id="4774" idx="1"/>
              <a:endCxn id="4864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64" name="Google Shape;4864;g3af7659cfab_0_1382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65" name="Google Shape;4865;g3af7659cfab_0_1382"/>
            <p:cNvCxnSpPr>
              <a:stCxn id="4864" idx="6"/>
              <a:endCxn id="4775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6" name="Google Shape;4866;g3af7659cfab_0_1382"/>
            <p:cNvCxnSpPr>
              <a:endCxn id="4864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7" name="Google Shape;4867;g3af7659cfab_0_1382"/>
            <p:cNvCxnSpPr>
              <a:stCxn id="4868" idx="7"/>
              <a:endCxn id="4869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0" name="Google Shape;4870;g3af7659cfab_0_1382"/>
            <p:cNvCxnSpPr>
              <a:stCxn id="4869" idx="4"/>
              <a:endCxn id="4871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2" name="Google Shape;4872;g3af7659cfab_0_1382"/>
            <p:cNvCxnSpPr>
              <a:stCxn id="4873" idx="2"/>
              <a:endCxn id="4874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5" name="Google Shape;4875;g3af7659cfab_0_1382"/>
            <p:cNvCxnSpPr>
              <a:stCxn id="4871" idx="5"/>
              <a:endCxn id="4873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6" name="Google Shape;4876;g3af7659cfab_0_1382"/>
            <p:cNvCxnSpPr>
              <a:stCxn id="4869" idx="5"/>
              <a:endCxn id="4877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8" name="Google Shape;4878;g3af7659cfab_0_1382"/>
            <p:cNvCxnSpPr>
              <a:stCxn id="4873" idx="0"/>
              <a:endCxn id="4877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9" name="Google Shape;4879;g3af7659cfab_0_1382"/>
            <p:cNvCxnSpPr>
              <a:stCxn id="4871" idx="3"/>
              <a:endCxn id="4874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0" name="Google Shape;4880;g3af7659cfab_0_1382"/>
            <p:cNvCxnSpPr>
              <a:stCxn id="4869" idx="6"/>
              <a:endCxn id="4881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2" name="Google Shape;4882;g3af7659cfab_0_1382"/>
            <p:cNvCxnSpPr>
              <a:stCxn id="4873" idx="7"/>
              <a:endCxn id="4881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3" name="Google Shape;4883;g3af7659cfab_0_1382"/>
            <p:cNvCxnSpPr>
              <a:stCxn id="4871" idx="6"/>
              <a:endCxn id="4877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4" name="Google Shape;4884;g3af7659cfab_0_1382"/>
            <p:cNvCxnSpPr>
              <a:stCxn id="4885" idx="0"/>
              <a:endCxn id="4874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6" name="Google Shape;4886;g3af7659cfab_0_1382"/>
            <p:cNvCxnSpPr>
              <a:stCxn id="4877" idx="6"/>
              <a:endCxn id="4881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7" name="Google Shape;4887;g3af7659cfab_0_1382"/>
            <p:cNvCxnSpPr>
              <a:stCxn id="4888" idx="0"/>
              <a:endCxn id="4881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9" name="Google Shape;4889;g3af7659cfab_0_1382"/>
            <p:cNvCxnSpPr>
              <a:stCxn id="4890" idx="1"/>
              <a:endCxn id="4881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1" name="Google Shape;4891;g3af7659cfab_0_1382"/>
            <p:cNvCxnSpPr>
              <a:stCxn id="4890" idx="0"/>
              <a:endCxn id="4892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3" name="Google Shape;4893;g3af7659cfab_0_1382"/>
            <p:cNvCxnSpPr>
              <a:stCxn id="4892" idx="2"/>
              <a:endCxn id="4881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4" name="Google Shape;4894;g3af7659cfab_0_1382"/>
            <p:cNvCxnSpPr>
              <a:stCxn id="4892" idx="7"/>
              <a:endCxn id="4895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6" name="Google Shape;4896;g3af7659cfab_0_1382"/>
            <p:cNvCxnSpPr>
              <a:stCxn id="4892" idx="6"/>
              <a:endCxn id="4897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8" name="Google Shape;4898;g3af7659cfab_0_1382"/>
            <p:cNvCxnSpPr>
              <a:stCxn id="4897" idx="7"/>
              <a:endCxn id="4895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9" name="Google Shape;4899;g3af7659cfab_0_1382"/>
            <p:cNvCxnSpPr>
              <a:stCxn id="4900" idx="0"/>
              <a:endCxn id="4869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1" name="Google Shape;4901;g3af7659cfab_0_1382"/>
            <p:cNvCxnSpPr>
              <a:stCxn id="4874" idx="2"/>
              <a:endCxn id="4900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2" name="Google Shape;4902;g3af7659cfab_0_1382"/>
            <p:cNvCxnSpPr>
              <a:stCxn id="4885" idx="1"/>
              <a:endCxn id="4900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3" name="Google Shape;4903;g3af7659cfab_0_1382"/>
            <p:cNvCxnSpPr>
              <a:stCxn id="4904" idx="7"/>
              <a:endCxn id="4900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5" name="Google Shape;4905;g3af7659cfab_0_1382"/>
            <p:cNvCxnSpPr>
              <a:stCxn id="4868" idx="6"/>
              <a:endCxn id="4900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6" name="Google Shape;4906;g3af7659cfab_0_1382"/>
            <p:cNvCxnSpPr>
              <a:stCxn id="4907" idx="7"/>
              <a:endCxn id="4868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8" name="Google Shape;4908;g3af7659cfab_0_1382"/>
            <p:cNvCxnSpPr>
              <a:stCxn id="4907" idx="6"/>
              <a:endCxn id="4904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9" name="Google Shape;4909;g3af7659cfab_0_1382"/>
            <p:cNvCxnSpPr>
              <a:stCxn id="4907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0" name="Google Shape;4910;g3af7659cfab_0_1382"/>
            <p:cNvCxnSpPr>
              <a:stCxn id="4904" idx="6"/>
              <a:endCxn id="4885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1" name="Google Shape;4911;g3af7659cfab_0_1382"/>
            <p:cNvCxnSpPr>
              <a:stCxn id="4885" idx="6"/>
              <a:endCxn id="4873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2" name="Google Shape;4912;g3af7659cfab_0_1382"/>
            <p:cNvCxnSpPr>
              <a:stCxn id="4888" idx="2"/>
              <a:endCxn id="4873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3" name="Google Shape;4913;g3af7659cfab_0_1382"/>
            <p:cNvCxnSpPr>
              <a:endCxn id="4873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4" name="Google Shape;4914;g3af7659cfab_0_1382"/>
            <p:cNvCxnSpPr>
              <a:endCxn id="4873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5" name="Google Shape;4915;g3af7659cfab_0_1382"/>
            <p:cNvCxnSpPr>
              <a:endCxn id="4888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6" name="Google Shape;4916;g3af7659cfab_0_1382"/>
            <p:cNvCxnSpPr>
              <a:stCxn id="4890" idx="2"/>
              <a:endCxn id="4888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7" name="Google Shape;4917;g3af7659cfab_0_1382"/>
            <p:cNvCxnSpPr>
              <a:stCxn id="4890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8" name="Google Shape;4918;g3af7659cfab_0_1382"/>
            <p:cNvCxnSpPr>
              <a:stCxn id="4919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0" name="Google Shape;4920;g3af7659cfab_0_1382"/>
            <p:cNvCxnSpPr>
              <a:stCxn id="4919" idx="2"/>
              <a:endCxn id="4890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1" name="Google Shape;4921;g3af7659cfab_0_1382"/>
            <p:cNvCxnSpPr>
              <a:stCxn id="4897" idx="4"/>
              <a:endCxn id="4919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2" name="Google Shape;4922;g3af7659cfab_0_1382"/>
            <p:cNvCxnSpPr>
              <a:stCxn id="4923" idx="3"/>
              <a:endCxn id="4919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4" name="Google Shape;4924;g3af7659cfab_0_1382"/>
            <p:cNvCxnSpPr>
              <a:stCxn id="4923" idx="2"/>
              <a:endCxn id="4897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5" name="Google Shape;4925;g3af7659cfab_0_1382"/>
            <p:cNvCxnSpPr>
              <a:stCxn id="4923" idx="1"/>
              <a:endCxn id="4895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6" name="Google Shape;4926;g3af7659cfab_0_1382"/>
            <p:cNvCxnSpPr>
              <a:stCxn id="4927" idx="1"/>
              <a:endCxn id="4895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8" name="Google Shape;4928;g3af7659cfab_0_1382"/>
            <p:cNvCxnSpPr>
              <a:stCxn id="4927" idx="0"/>
              <a:endCxn id="4929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0" name="Google Shape;4930;g3af7659cfab_0_1382"/>
            <p:cNvCxnSpPr>
              <a:stCxn id="4931" idx="0"/>
              <a:endCxn id="4932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3" name="Google Shape;4933;g3af7659cfab_0_1382"/>
            <p:cNvCxnSpPr>
              <a:endCxn id="4932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4" name="Google Shape;4934;g3af7659cfab_0_1382"/>
            <p:cNvCxnSpPr>
              <a:endCxn id="4931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5" name="Google Shape;4935;g3af7659cfab_0_1382"/>
            <p:cNvCxnSpPr>
              <a:endCxn id="4936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7" name="Google Shape;4937;g3af7659cfab_0_1382"/>
            <p:cNvCxnSpPr>
              <a:stCxn id="4936" idx="3"/>
              <a:endCxn id="4938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9" name="Google Shape;4939;g3af7659cfab_0_1382"/>
            <p:cNvCxnSpPr>
              <a:stCxn id="4936" idx="1"/>
              <a:endCxn id="4927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0" name="Google Shape;4940;g3af7659cfab_0_1382"/>
            <p:cNvCxnSpPr>
              <a:stCxn id="4931" idx="2"/>
              <a:endCxn id="4927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1" name="Google Shape;4941;g3af7659cfab_0_1382"/>
            <p:cNvCxnSpPr>
              <a:stCxn id="4932" idx="3"/>
              <a:endCxn id="4927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2" name="Google Shape;4942;g3af7659cfab_0_1382"/>
            <p:cNvCxnSpPr>
              <a:stCxn id="4932" idx="2"/>
              <a:endCxn id="4929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3" name="Google Shape;4943;g3af7659cfab_0_1382"/>
            <p:cNvCxnSpPr>
              <a:stCxn id="4929" idx="1"/>
              <a:endCxn id="4895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4" name="Google Shape;4944;g3af7659cfab_0_1382"/>
            <p:cNvCxnSpPr>
              <a:stCxn id="4927" idx="2"/>
              <a:endCxn id="4923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5" name="Google Shape;4945;g3af7659cfab_0_1382"/>
            <p:cNvCxnSpPr>
              <a:stCxn id="4938" idx="1"/>
              <a:endCxn id="4923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6" name="Google Shape;4946;g3af7659cfab_0_1382"/>
            <p:cNvCxnSpPr>
              <a:stCxn id="4923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7" name="Google Shape;4947;g3af7659cfab_0_1382"/>
            <p:cNvCxnSpPr>
              <a:stCxn id="4919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8" name="Google Shape;4948;g3af7659cfab_0_1382"/>
            <p:cNvCxnSpPr>
              <a:stCxn id="4938" idx="7"/>
              <a:endCxn id="4927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49" name="Google Shape;4949;g3af7659cfab_0_1382"/>
            <p:cNvCxnSpPr>
              <a:stCxn id="4890" idx="7"/>
              <a:endCxn id="4897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0" name="Google Shape;4950;g3af7659cfab_0_1382"/>
            <p:cNvCxnSpPr>
              <a:stCxn id="4936" idx="7"/>
              <a:endCxn id="4931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69" name="Google Shape;4869;g3af7659cfab_0_1382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g3af7659cfab_0_1382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g3af7659cfab_0_1382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g3af7659cfab_0_1382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5" name="Google Shape;4885;g3af7659cfab_0_1382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g3af7659cfab_0_1382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8" name="Google Shape;4888;g3af7659cfab_0_1382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1" name="Google Shape;4881;g3af7659cfab_0_1382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g3af7659cfab_0_1382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0" name="Google Shape;4890;g3af7659cfab_0_1382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9" name="Google Shape;4919;g3af7659cfab_0_1382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8" name="Google Shape;4938;g3af7659cfab_0_1382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7" name="Google Shape;4927;g3af7659cfab_0_1382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g3af7659cfab_0_1382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3" name="Google Shape;4923;g3af7659cfab_0_1382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g3af7659cfab_0_1382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g3af7659cfab_0_1382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g3af7659cfab_0_1382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g3af7659cfab_0_1382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6" name="Google Shape;4936;g3af7659cfab_0_1382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g3af7659cfab_0_1382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7" name="Google Shape;4877;g3af7659cfab_0_1382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g3af7659cfab_0_1382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1" name="Google Shape;4951;g3af7659cfab_0_1382"/>
            <p:cNvCxnSpPr>
              <a:stCxn id="4871" idx="2"/>
              <a:endCxn id="4900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2" name="Google Shape;4952;g3af7659cfab_0_1382"/>
            <p:cNvCxnSpPr>
              <a:stCxn id="4868" idx="4"/>
              <a:endCxn id="4904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07" name="Google Shape;4907;g3af7659cfab_0_1382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3" name="Google Shape;4953;g3af7659cfab_0_1382"/>
            <p:cNvCxnSpPr>
              <a:stCxn id="4907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4" name="Google Shape;4954;g3af7659cfab_0_1382"/>
            <p:cNvCxnSpPr>
              <a:stCxn id="4907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5" name="Google Shape;4955;g3af7659cfab_0_1382"/>
            <p:cNvCxnSpPr>
              <a:stCxn id="4907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6" name="Google Shape;4956;g3af7659cfab_0_1382"/>
            <p:cNvCxnSpPr>
              <a:stCxn id="4837" idx="5"/>
              <a:endCxn id="4868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7" name="Google Shape;4957;g3af7659cfab_0_1382"/>
            <p:cNvCxnSpPr>
              <a:endCxn id="4890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8" name="Google Shape;4958;g3af7659cfab_0_1382"/>
            <p:cNvCxnSpPr>
              <a:stCxn id="4868" idx="1"/>
              <a:endCxn id="4840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40" name="Google Shape;4840;g3af7659cfab_0_1382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9" name="Google Shape;4959;g3af7659cfab_0_1382"/>
            <p:cNvCxnSpPr>
              <a:stCxn id="4840" idx="6"/>
              <a:endCxn id="4869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60" name="Google Shape;4960;g3af7659cfab_0_1382"/>
            <p:cNvCxnSpPr>
              <a:stCxn id="4837" idx="1"/>
              <a:endCxn id="4840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4" name="Shape 4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5" name="Google Shape;4965;g3af7659cfab_0_1576"/>
          <p:cNvSpPr txBox="1"/>
          <p:nvPr/>
        </p:nvSpPr>
        <p:spPr>
          <a:xfrm>
            <a:off x="526800" y="87800"/>
            <a:ext cx="1112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Historias de Usuario - Resumen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6" name="Google Shape;4966;g3af7659cfab_0_1576"/>
          <p:cNvSpPr txBox="1"/>
          <p:nvPr/>
        </p:nvSpPr>
        <p:spPr>
          <a:xfrm>
            <a:off x="526875" y="1896786"/>
            <a:ext cx="10516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14 implementadas totalmente - 50%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11 implementadas parcialmente - 39,3 %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-US" sz="2400">
                <a:solidFill>
                  <a:schemeClr val="lt1"/>
                </a:solidFill>
              </a:rPr>
              <a:t>3 no implementadas - 10,7 %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</a:rPr>
              <a:t>Cobertura Total(completo + parcial): 89.3% 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Estimamos inicialmente acabar todas las historias de usuario en el semestre, sin embargo esta quedó muy lejos de la realidad.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grpSp>
        <p:nvGrpSpPr>
          <p:cNvPr id="4967" name="Google Shape;4967;g3af7659cfab_0_1576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4968" name="Google Shape;4968;g3af7659cfab_0_1576"/>
            <p:cNvCxnSpPr>
              <a:stCxn id="4969" idx="7"/>
              <a:endCxn id="4970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1" name="Google Shape;4971;g3af7659cfab_0_1576"/>
            <p:cNvCxnSpPr>
              <a:stCxn id="4970" idx="4"/>
              <a:endCxn id="4972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3" name="Google Shape;4973;g3af7659cfab_0_1576"/>
            <p:cNvCxnSpPr>
              <a:stCxn id="4974" idx="2"/>
              <a:endCxn id="4975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6" name="Google Shape;4976;g3af7659cfab_0_1576"/>
            <p:cNvCxnSpPr>
              <a:stCxn id="4972" idx="5"/>
              <a:endCxn id="4974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7" name="Google Shape;4977;g3af7659cfab_0_1576"/>
            <p:cNvCxnSpPr>
              <a:stCxn id="4970" idx="5"/>
              <a:endCxn id="4978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9" name="Google Shape;4979;g3af7659cfab_0_1576"/>
            <p:cNvCxnSpPr>
              <a:stCxn id="4974" idx="0"/>
              <a:endCxn id="4978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0" name="Google Shape;4980;g3af7659cfab_0_1576"/>
            <p:cNvCxnSpPr>
              <a:stCxn id="4972" idx="3"/>
              <a:endCxn id="4975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1" name="Google Shape;4981;g3af7659cfab_0_1576"/>
            <p:cNvCxnSpPr>
              <a:stCxn id="4970" idx="6"/>
              <a:endCxn id="4982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3" name="Google Shape;4983;g3af7659cfab_0_1576"/>
            <p:cNvCxnSpPr>
              <a:stCxn id="4974" idx="7"/>
              <a:endCxn id="4982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4" name="Google Shape;4984;g3af7659cfab_0_1576"/>
            <p:cNvCxnSpPr>
              <a:stCxn id="4972" idx="6"/>
              <a:endCxn id="4978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5" name="Google Shape;4985;g3af7659cfab_0_1576"/>
            <p:cNvCxnSpPr>
              <a:stCxn id="4986" idx="0"/>
              <a:endCxn id="4975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7" name="Google Shape;4987;g3af7659cfab_0_1576"/>
            <p:cNvCxnSpPr>
              <a:stCxn id="4978" idx="6"/>
              <a:endCxn id="4982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8" name="Google Shape;4988;g3af7659cfab_0_1576"/>
            <p:cNvCxnSpPr>
              <a:stCxn id="4989" idx="0"/>
              <a:endCxn id="4982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0" name="Google Shape;4990;g3af7659cfab_0_1576"/>
            <p:cNvCxnSpPr>
              <a:stCxn id="4991" idx="1"/>
              <a:endCxn id="4982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2" name="Google Shape;4992;g3af7659cfab_0_1576"/>
            <p:cNvCxnSpPr>
              <a:stCxn id="4991" idx="0"/>
              <a:endCxn id="4993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4" name="Google Shape;4994;g3af7659cfab_0_1576"/>
            <p:cNvCxnSpPr>
              <a:stCxn id="4993" idx="2"/>
              <a:endCxn id="4982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5" name="Google Shape;4995;g3af7659cfab_0_1576"/>
            <p:cNvCxnSpPr>
              <a:stCxn id="4993" idx="7"/>
              <a:endCxn id="4996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7" name="Google Shape;4997;g3af7659cfab_0_1576"/>
            <p:cNvCxnSpPr>
              <a:stCxn id="4993" idx="6"/>
              <a:endCxn id="4998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9" name="Google Shape;4999;g3af7659cfab_0_1576"/>
            <p:cNvCxnSpPr>
              <a:stCxn id="4998" idx="7"/>
              <a:endCxn id="4996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0" name="Google Shape;5000;g3af7659cfab_0_1576"/>
            <p:cNvCxnSpPr>
              <a:stCxn id="5001" idx="0"/>
              <a:endCxn id="4970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2" name="Google Shape;5002;g3af7659cfab_0_1576"/>
            <p:cNvCxnSpPr>
              <a:stCxn id="4975" idx="2"/>
              <a:endCxn id="5001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3" name="Google Shape;5003;g3af7659cfab_0_1576"/>
            <p:cNvCxnSpPr>
              <a:stCxn id="4986" idx="1"/>
              <a:endCxn id="5001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4" name="Google Shape;5004;g3af7659cfab_0_1576"/>
            <p:cNvCxnSpPr>
              <a:stCxn id="5005" idx="7"/>
              <a:endCxn id="5001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6" name="Google Shape;5006;g3af7659cfab_0_1576"/>
            <p:cNvCxnSpPr>
              <a:stCxn id="4969" idx="6"/>
              <a:endCxn id="5001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7" name="Google Shape;5007;g3af7659cfab_0_1576"/>
            <p:cNvCxnSpPr>
              <a:stCxn id="5008" idx="7"/>
              <a:endCxn id="4969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9" name="Google Shape;5009;g3af7659cfab_0_1576"/>
            <p:cNvCxnSpPr>
              <a:stCxn id="5008" idx="6"/>
              <a:endCxn id="5005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0" name="Google Shape;5010;g3af7659cfab_0_1576"/>
            <p:cNvCxnSpPr>
              <a:stCxn id="5008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1" name="Google Shape;5011;g3af7659cfab_0_1576"/>
            <p:cNvCxnSpPr>
              <a:stCxn id="5005" idx="6"/>
              <a:endCxn id="4986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2" name="Google Shape;5012;g3af7659cfab_0_1576"/>
            <p:cNvCxnSpPr>
              <a:stCxn id="4986" idx="6"/>
              <a:endCxn id="4974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3" name="Google Shape;5013;g3af7659cfab_0_1576"/>
            <p:cNvCxnSpPr>
              <a:stCxn id="4989" idx="2"/>
              <a:endCxn id="4974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4" name="Google Shape;5014;g3af7659cfab_0_1576"/>
            <p:cNvCxnSpPr>
              <a:endCxn id="4974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5" name="Google Shape;5015;g3af7659cfab_0_1576"/>
            <p:cNvCxnSpPr>
              <a:endCxn id="4974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6" name="Google Shape;5016;g3af7659cfab_0_1576"/>
            <p:cNvCxnSpPr>
              <a:endCxn id="4989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7" name="Google Shape;5017;g3af7659cfab_0_1576"/>
            <p:cNvCxnSpPr>
              <a:stCxn id="4991" idx="2"/>
              <a:endCxn id="4989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8" name="Google Shape;5018;g3af7659cfab_0_1576"/>
            <p:cNvCxnSpPr>
              <a:stCxn id="4991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9" name="Google Shape;5019;g3af7659cfab_0_1576"/>
            <p:cNvCxnSpPr>
              <a:stCxn id="5020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1" name="Google Shape;5021;g3af7659cfab_0_1576"/>
            <p:cNvCxnSpPr>
              <a:stCxn id="5020" idx="2"/>
              <a:endCxn id="4991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2" name="Google Shape;5022;g3af7659cfab_0_1576"/>
            <p:cNvCxnSpPr>
              <a:stCxn id="4998" idx="4"/>
              <a:endCxn id="5020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3" name="Google Shape;5023;g3af7659cfab_0_1576"/>
            <p:cNvCxnSpPr>
              <a:stCxn id="5024" idx="3"/>
              <a:endCxn id="5020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5" name="Google Shape;5025;g3af7659cfab_0_1576"/>
            <p:cNvCxnSpPr>
              <a:stCxn id="5024" idx="2"/>
              <a:endCxn id="4998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6" name="Google Shape;5026;g3af7659cfab_0_1576"/>
            <p:cNvCxnSpPr>
              <a:stCxn id="5024" idx="1"/>
              <a:endCxn id="4996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7" name="Google Shape;5027;g3af7659cfab_0_1576"/>
            <p:cNvCxnSpPr>
              <a:stCxn id="5028" idx="1"/>
              <a:endCxn id="4996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9" name="Google Shape;5029;g3af7659cfab_0_1576"/>
            <p:cNvCxnSpPr>
              <a:stCxn id="5028" idx="0"/>
              <a:endCxn id="5030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31" name="Google Shape;5031;g3af7659cfab_0_1576"/>
            <p:cNvCxnSpPr>
              <a:stCxn id="5032" idx="0"/>
              <a:endCxn id="5033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34" name="Google Shape;5034;g3af7659cfab_0_1576"/>
            <p:cNvCxnSpPr>
              <a:stCxn id="5035" idx="0"/>
              <a:endCxn id="5033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36" name="Google Shape;5036;g3af7659cfab_0_1576"/>
            <p:cNvCxnSpPr>
              <a:stCxn id="5037" idx="3"/>
              <a:endCxn id="5038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39" name="Google Shape;5039;g3af7659cfab_0_1576"/>
            <p:cNvCxnSpPr>
              <a:stCxn id="5037" idx="1"/>
              <a:endCxn id="5028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0" name="Google Shape;5040;g3af7659cfab_0_1576"/>
            <p:cNvCxnSpPr>
              <a:stCxn id="5032" idx="2"/>
              <a:endCxn id="5028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1" name="Google Shape;5041;g3af7659cfab_0_1576"/>
            <p:cNvCxnSpPr>
              <a:stCxn id="5033" idx="3"/>
              <a:endCxn id="5028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2" name="Google Shape;5042;g3af7659cfab_0_1576"/>
            <p:cNvCxnSpPr>
              <a:stCxn id="5033" idx="2"/>
              <a:endCxn id="5030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3" name="Google Shape;5043;g3af7659cfab_0_1576"/>
            <p:cNvCxnSpPr>
              <a:stCxn id="5030" idx="1"/>
              <a:endCxn id="4996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4" name="Google Shape;5044;g3af7659cfab_0_1576"/>
            <p:cNvCxnSpPr>
              <a:stCxn id="5028" idx="2"/>
              <a:endCxn id="5024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5" name="Google Shape;5045;g3af7659cfab_0_1576"/>
            <p:cNvCxnSpPr>
              <a:stCxn id="5038" idx="1"/>
              <a:endCxn id="5024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6" name="Google Shape;5046;g3af7659cfab_0_1576"/>
            <p:cNvCxnSpPr>
              <a:stCxn id="5024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7" name="Google Shape;5047;g3af7659cfab_0_1576"/>
            <p:cNvCxnSpPr>
              <a:stCxn id="5020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8" name="Google Shape;5048;g3af7659cfab_0_1576"/>
            <p:cNvCxnSpPr>
              <a:stCxn id="5038" idx="7"/>
              <a:endCxn id="5028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49" name="Google Shape;5049;g3af7659cfab_0_1576"/>
            <p:cNvCxnSpPr>
              <a:stCxn id="4991" idx="7"/>
              <a:endCxn id="4998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0" name="Google Shape;5050;g3af7659cfab_0_1576"/>
            <p:cNvCxnSpPr>
              <a:stCxn id="5037" idx="7"/>
              <a:endCxn id="5032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70" name="Google Shape;4970;g3af7659cfab_0_1576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1" name="Google Shape;5001;g3af7659cfab_0_1576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9" name="Google Shape;4969;g3af7659cfab_0_1576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5" name="Google Shape;5005;g3af7659cfab_0_1576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g3af7659cfab_0_1576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4" name="Google Shape;4974;g3af7659cfab_0_1576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9" name="Google Shape;4989;g3af7659cfab_0_1576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2" name="Google Shape;4982;g3af7659cfab_0_1576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3" name="Google Shape;4993;g3af7659cfab_0_1576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1" name="Google Shape;4991;g3af7659cfab_0_1576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0" name="Google Shape;5020;g3af7659cfab_0_1576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8" name="Google Shape;5038;g3af7659cfab_0_1576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g3af7659cfab_0_1576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0" name="Google Shape;5030;g3af7659cfab_0_1576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4" name="Google Shape;5024;g3af7659cfab_0_1576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8" name="Google Shape;4998;g3af7659cfab_0_1576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6" name="Google Shape;4996;g3af7659cfab_0_1576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3" name="Google Shape;5033;g3af7659cfab_0_1576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2" name="Google Shape;5032;g3af7659cfab_0_1576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7" name="Google Shape;5037;g3af7659cfab_0_1576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5" name="Google Shape;4975;g3af7659cfab_0_1576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8" name="Google Shape;4978;g3af7659cfab_0_1576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2" name="Google Shape;4972;g3af7659cfab_0_1576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51" name="Google Shape;5051;g3af7659cfab_0_1576"/>
            <p:cNvCxnSpPr>
              <a:stCxn id="4972" idx="2"/>
              <a:endCxn id="5001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2" name="Google Shape;5052;g3af7659cfab_0_1576"/>
            <p:cNvCxnSpPr>
              <a:stCxn id="4969" idx="4"/>
              <a:endCxn id="5005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08" name="Google Shape;5008;g3af7659cfab_0_1576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53" name="Google Shape;5053;g3af7659cfab_0_1576"/>
            <p:cNvCxnSpPr>
              <a:stCxn id="5008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4" name="Google Shape;5054;g3af7659cfab_0_1576"/>
            <p:cNvCxnSpPr>
              <a:stCxn id="5008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5" name="Google Shape;5055;g3af7659cfab_0_1576"/>
            <p:cNvCxnSpPr>
              <a:stCxn id="5008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6" name="Google Shape;5056;g3af7659cfab_0_1576"/>
            <p:cNvCxnSpPr>
              <a:endCxn id="4969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7" name="Google Shape;5057;g3af7659cfab_0_1576"/>
            <p:cNvCxnSpPr>
              <a:endCxn id="4991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8" name="Google Shape;5058;g3af7659cfab_0_1576"/>
            <p:cNvCxnSpPr>
              <a:stCxn id="4969" idx="1"/>
              <a:endCxn id="5059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59" name="Google Shape;5059;g3af7659cfab_0_1576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60" name="Google Shape;5060;g3af7659cfab_0_1576"/>
            <p:cNvCxnSpPr>
              <a:stCxn id="5059" idx="6"/>
              <a:endCxn id="4970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61" name="Google Shape;5061;g3af7659cfab_0_1576"/>
            <p:cNvCxnSpPr>
              <a:endCxn id="5059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62" name="Google Shape;5062;g3af7659cfab_0_1576"/>
            <p:cNvCxnSpPr>
              <a:stCxn id="5063" idx="7"/>
              <a:endCxn id="5064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65" name="Google Shape;5065;g3af7659cfab_0_1576"/>
            <p:cNvCxnSpPr>
              <a:stCxn id="5064" idx="4"/>
              <a:endCxn id="5066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67" name="Google Shape;5067;g3af7659cfab_0_1576"/>
            <p:cNvCxnSpPr>
              <a:stCxn id="5068" idx="2"/>
              <a:endCxn id="5069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0" name="Google Shape;5070;g3af7659cfab_0_1576"/>
            <p:cNvCxnSpPr>
              <a:stCxn id="5066" idx="5"/>
              <a:endCxn id="5068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1" name="Google Shape;5071;g3af7659cfab_0_1576"/>
            <p:cNvCxnSpPr>
              <a:stCxn id="5064" idx="5"/>
              <a:endCxn id="5072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3" name="Google Shape;5073;g3af7659cfab_0_1576"/>
            <p:cNvCxnSpPr>
              <a:stCxn id="5068" idx="0"/>
              <a:endCxn id="5072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4" name="Google Shape;5074;g3af7659cfab_0_1576"/>
            <p:cNvCxnSpPr>
              <a:stCxn id="5066" idx="3"/>
              <a:endCxn id="5069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5" name="Google Shape;5075;g3af7659cfab_0_1576"/>
            <p:cNvCxnSpPr>
              <a:stCxn id="5064" idx="6"/>
              <a:endCxn id="5076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7" name="Google Shape;5077;g3af7659cfab_0_1576"/>
            <p:cNvCxnSpPr>
              <a:stCxn id="5068" idx="7"/>
              <a:endCxn id="5076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8" name="Google Shape;5078;g3af7659cfab_0_1576"/>
            <p:cNvCxnSpPr>
              <a:stCxn id="5066" idx="6"/>
              <a:endCxn id="5072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79" name="Google Shape;5079;g3af7659cfab_0_1576"/>
            <p:cNvCxnSpPr>
              <a:stCxn id="5080" idx="0"/>
              <a:endCxn id="5069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81" name="Google Shape;5081;g3af7659cfab_0_1576"/>
            <p:cNvCxnSpPr>
              <a:stCxn id="5072" idx="6"/>
              <a:endCxn id="5076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82" name="Google Shape;5082;g3af7659cfab_0_1576"/>
            <p:cNvCxnSpPr>
              <a:stCxn id="5083" idx="0"/>
              <a:endCxn id="5076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84" name="Google Shape;5084;g3af7659cfab_0_1576"/>
            <p:cNvCxnSpPr>
              <a:stCxn id="5085" idx="1"/>
              <a:endCxn id="5076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86" name="Google Shape;5086;g3af7659cfab_0_1576"/>
            <p:cNvCxnSpPr>
              <a:stCxn id="5085" idx="0"/>
              <a:endCxn id="5087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88" name="Google Shape;5088;g3af7659cfab_0_1576"/>
            <p:cNvCxnSpPr>
              <a:stCxn id="5087" idx="2"/>
              <a:endCxn id="5076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89" name="Google Shape;5089;g3af7659cfab_0_1576"/>
            <p:cNvCxnSpPr>
              <a:stCxn id="5087" idx="7"/>
              <a:endCxn id="5090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1" name="Google Shape;5091;g3af7659cfab_0_1576"/>
            <p:cNvCxnSpPr>
              <a:stCxn id="5087" idx="6"/>
              <a:endCxn id="5092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3" name="Google Shape;5093;g3af7659cfab_0_1576"/>
            <p:cNvCxnSpPr>
              <a:stCxn id="5092" idx="7"/>
              <a:endCxn id="5090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4" name="Google Shape;5094;g3af7659cfab_0_1576"/>
            <p:cNvCxnSpPr>
              <a:stCxn id="5095" idx="0"/>
              <a:endCxn id="5064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6" name="Google Shape;5096;g3af7659cfab_0_1576"/>
            <p:cNvCxnSpPr>
              <a:stCxn id="5069" idx="2"/>
              <a:endCxn id="5095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7" name="Google Shape;5097;g3af7659cfab_0_1576"/>
            <p:cNvCxnSpPr>
              <a:stCxn id="5080" idx="1"/>
              <a:endCxn id="5095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8" name="Google Shape;5098;g3af7659cfab_0_1576"/>
            <p:cNvCxnSpPr>
              <a:stCxn id="5099" idx="7"/>
              <a:endCxn id="5095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0" name="Google Shape;5100;g3af7659cfab_0_1576"/>
            <p:cNvCxnSpPr>
              <a:stCxn id="5063" idx="6"/>
              <a:endCxn id="5095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1" name="Google Shape;5101;g3af7659cfab_0_1576"/>
            <p:cNvCxnSpPr>
              <a:stCxn id="5102" idx="7"/>
              <a:endCxn id="5063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3" name="Google Shape;5103;g3af7659cfab_0_1576"/>
            <p:cNvCxnSpPr>
              <a:stCxn id="5102" idx="6"/>
              <a:endCxn id="5099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4" name="Google Shape;5104;g3af7659cfab_0_1576"/>
            <p:cNvCxnSpPr>
              <a:stCxn id="5102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5" name="Google Shape;5105;g3af7659cfab_0_1576"/>
            <p:cNvCxnSpPr>
              <a:stCxn id="5099" idx="6"/>
              <a:endCxn id="5080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6" name="Google Shape;5106;g3af7659cfab_0_1576"/>
            <p:cNvCxnSpPr>
              <a:stCxn id="5080" idx="6"/>
              <a:endCxn id="5068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7" name="Google Shape;5107;g3af7659cfab_0_1576"/>
            <p:cNvCxnSpPr>
              <a:stCxn id="5083" idx="2"/>
              <a:endCxn id="5068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8" name="Google Shape;5108;g3af7659cfab_0_1576"/>
            <p:cNvCxnSpPr>
              <a:endCxn id="5068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09" name="Google Shape;5109;g3af7659cfab_0_1576"/>
            <p:cNvCxnSpPr>
              <a:endCxn id="5068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0" name="Google Shape;5110;g3af7659cfab_0_1576"/>
            <p:cNvCxnSpPr>
              <a:endCxn id="5083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1" name="Google Shape;5111;g3af7659cfab_0_1576"/>
            <p:cNvCxnSpPr>
              <a:stCxn id="5085" idx="2"/>
              <a:endCxn id="5083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2" name="Google Shape;5112;g3af7659cfab_0_1576"/>
            <p:cNvCxnSpPr>
              <a:stCxn id="5085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3" name="Google Shape;5113;g3af7659cfab_0_1576"/>
            <p:cNvCxnSpPr>
              <a:stCxn id="5114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5" name="Google Shape;5115;g3af7659cfab_0_1576"/>
            <p:cNvCxnSpPr>
              <a:stCxn id="5114" idx="2"/>
              <a:endCxn id="5085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6" name="Google Shape;5116;g3af7659cfab_0_1576"/>
            <p:cNvCxnSpPr>
              <a:stCxn id="5092" idx="4"/>
              <a:endCxn id="5114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7" name="Google Shape;5117;g3af7659cfab_0_1576"/>
            <p:cNvCxnSpPr>
              <a:stCxn id="5118" idx="3"/>
              <a:endCxn id="5114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9" name="Google Shape;5119;g3af7659cfab_0_1576"/>
            <p:cNvCxnSpPr>
              <a:stCxn id="5118" idx="2"/>
              <a:endCxn id="5092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0" name="Google Shape;5120;g3af7659cfab_0_1576"/>
            <p:cNvCxnSpPr>
              <a:stCxn id="5118" idx="1"/>
              <a:endCxn id="5090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1" name="Google Shape;5121;g3af7659cfab_0_1576"/>
            <p:cNvCxnSpPr>
              <a:stCxn id="5122" idx="1"/>
              <a:endCxn id="5090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3" name="Google Shape;5123;g3af7659cfab_0_1576"/>
            <p:cNvCxnSpPr>
              <a:stCxn id="5122" idx="0"/>
              <a:endCxn id="5124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5" name="Google Shape;5125;g3af7659cfab_0_1576"/>
            <p:cNvCxnSpPr>
              <a:stCxn id="5126" idx="0"/>
              <a:endCxn id="5127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8" name="Google Shape;5128;g3af7659cfab_0_1576"/>
            <p:cNvCxnSpPr>
              <a:endCxn id="5127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29" name="Google Shape;5129;g3af7659cfab_0_1576"/>
            <p:cNvCxnSpPr>
              <a:endCxn id="5126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0" name="Google Shape;5130;g3af7659cfab_0_1576"/>
            <p:cNvCxnSpPr>
              <a:endCxn id="5131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2" name="Google Shape;5132;g3af7659cfab_0_1576"/>
            <p:cNvCxnSpPr>
              <a:stCxn id="5131" idx="3"/>
              <a:endCxn id="5133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4" name="Google Shape;5134;g3af7659cfab_0_1576"/>
            <p:cNvCxnSpPr>
              <a:stCxn id="5131" idx="1"/>
              <a:endCxn id="5122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5" name="Google Shape;5135;g3af7659cfab_0_1576"/>
            <p:cNvCxnSpPr>
              <a:stCxn id="5126" idx="2"/>
              <a:endCxn id="5122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6" name="Google Shape;5136;g3af7659cfab_0_1576"/>
            <p:cNvCxnSpPr>
              <a:stCxn id="5127" idx="3"/>
              <a:endCxn id="5122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7" name="Google Shape;5137;g3af7659cfab_0_1576"/>
            <p:cNvCxnSpPr>
              <a:stCxn id="5127" idx="2"/>
              <a:endCxn id="5124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8" name="Google Shape;5138;g3af7659cfab_0_1576"/>
            <p:cNvCxnSpPr>
              <a:stCxn id="5124" idx="1"/>
              <a:endCxn id="5090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9" name="Google Shape;5139;g3af7659cfab_0_1576"/>
            <p:cNvCxnSpPr>
              <a:stCxn id="5122" idx="2"/>
              <a:endCxn id="5118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0" name="Google Shape;5140;g3af7659cfab_0_1576"/>
            <p:cNvCxnSpPr>
              <a:stCxn id="5133" idx="1"/>
              <a:endCxn id="5118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1" name="Google Shape;5141;g3af7659cfab_0_1576"/>
            <p:cNvCxnSpPr>
              <a:stCxn id="5118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2" name="Google Shape;5142;g3af7659cfab_0_1576"/>
            <p:cNvCxnSpPr>
              <a:stCxn id="5114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3" name="Google Shape;5143;g3af7659cfab_0_1576"/>
            <p:cNvCxnSpPr>
              <a:stCxn id="5133" idx="7"/>
              <a:endCxn id="5122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4" name="Google Shape;5144;g3af7659cfab_0_1576"/>
            <p:cNvCxnSpPr>
              <a:stCxn id="5085" idx="7"/>
              <a:endCxn id="5092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5" name="Google Shape;5145;g3af7659cfab_0_1576"/>
            <p:cNvCxnSpPr>
              <a:stCxn id="5131" idx="7"/>
              <a:endCxn id="5126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64" name="Google Shape;5064;g3af7659cfab_0_1576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5" name="Google Shape;5095;g3af7659cfab_0_1576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3" name="Google Shape;5063;g3af7659cfab_0_1576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9" name="Google Shape;5099;g3af7659cfab_0_1576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0" name="Google Shape;5080;g3af7659cfab_0_1576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8" name="Google Shape;5068;g3af7659cfab_0_1576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3" name="Google Shape;5083;g3af7659cfab_0_1576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6" name="Google Shape;5076;g3af7659cfab_0_1576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7" name="Google Shape;5087;g3af7659cfab_0_1576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5" name="Google Shape;5085;g3af7659cfab_0_1576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4" name="Google Shape;5114;g3af7659cfab_0_1576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g3af7659cfab_0_1576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2" name="Google Shape;5122;g3af7659cfab_0_1576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4" name="Google Shape;5124;g3af7659cfab_0_1576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8" name="Google Shape;5118;g3af7659cfab_0_1576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2" name="Google Shape;5092;g3af7659cfab_0_1576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0" name="Google Shape;5090;g3af7659cfab_0_1576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7" name="Google Shape;5127;g3af7659cfab_0_1576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6" name="Google Shape;5126;g3af7659cfab_0_1576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g3af7659cfab_0_1576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9" name="Google Shape;5069;g3af7659cfab_0_1576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2" name="Google Shape;5072;g3af7659cfab_0_1576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6" name="Google Shape;5066;g3af7659cfab_0_1576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46" name="Google Shape;5146;g3af7659cfab_0_1576"/>
            <p:cNvCxnSpPr>
              <a:stCxn id="5066" idx="2"/>
              <a:endCxn id="5095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7" name="Google Shape;5147;g3af7659cfab_0_1576"/>
            <p:cNvCxnSpPr>
              <a:stCxn id="5063" idx="4"/>
              <a:endCxn id="5099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02" name="Google Shape;5102;g3af7659cfab_0_1576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48" name="Google Shape;5148;g3af7659cfab_0_1576"/>
            <p:cNvCxnSpPr>
              <a:stCxn id="5102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9" name="Google Shape;5149;g3af7659cfab_0_1576"/>
            <p:cNvCxnSpPr>
              <a:stCxn id="5102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0" name="Google Shape;5150;g3af7659cfab_0_1576"/>
            <p:cNvCxnSpPr>
              <a:stCxn id="5102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1" name="Google Shape;5151;g3af7659cfab_0_1576"/>
            <p:cNvCxnSpPr>
              <a:stCxn id="5032" idx="5"/>
              <a:endCxn id="5063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2" name="Google Shape;5152;g3af7659cfab_0_1576"/>
            <p:cNvCxnSpPr>
              <a:endCxn id="5085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3" name="Google Shape;5153;g3af7659cfab_0_1576"/>
            <p:cNvCxnSpPr>
              <a:stCxn id="5063" idx="1"/>
              <a:endCxn id="5035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35" name="Google Shape;5035;g3af7659cfab_0_1576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54" name="Google Shape;5154;g3af7659cfab_0_1576"/>
            <p:cNvCxnSpPr>
              <a:stCxn id="5035" idx="6"/>
              <a:endCxn id="5064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5" name="Google Shape;5155;g3af7659cfab_0_1576"/>
            <p:cNvCxnSpPr>
              <a:stCxn id="5032" idx="1"/>
              <a:endCxn id="5035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9" name="Shape 5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0" name="Google Shape;5160;g3af7659cfab_1_3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5161" name="Google Shape;5161;g3af7659cfab_1_3"/>
            <p:cNvCxnSpPr>
              <a:stCxn id="5162" idx="7"/>
              <a:endCxn id="5163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64" name="Google Shape;5164;g3af7659cfab_1_3"/>
            <p:cNvCxnSpPr>
              <a:stCxn id="5163" idx="4"/>
              <a:endCxn id="5165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66" name="Google Shape;5166;g3af7659cfab_1_3"/>
            <p:cNvCxnSpPr>
              <a:stCxn id="5167" idx="2"/>
              <a:endCxn id="5168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69" name="Google Shape;5169;g3af7659cfab_1_3"/>
            <p:cNvCxnSpPr>
              <a:stCxn id="5165" idx="5"/>
              <a:endCxn id="5167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0" name="Google Shape;5170;g3af7659cfab_1_3"/>
            <p:cNvCxnSpPr>
              <a:stCxn id="5163" idx="5"/>
              <a:endCxn id="5171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2" name="Google Shape;5172;g3af7659cfab_1_3"/>
            <p:cNvCxnSpPr>
              <a:stCxn id="5167" idx="0"/>
              <a:endCxn id="5171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3" name="Google Shape;5173;g3af7659cfab_1_3"/>
            <p:cNvCxnSpPr>
              <a:stCxn id="5165" idx="3"/>
              <a:endCxn id="5168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4" name="Google Shape;5174;g3af7659cfab_1_3"/>
            <p:cNvCxnSpPr>
              <a:stCxn id="5163" idx="6"/>
              <a:endCxn id="5175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6" name="Google Shape;5176;g3af7659cfab_1_3"/>
            <p:cNvCxnSpPr>
              <a:stCxn id="5167" idx="7"/>
              <a:endCxn id="5175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7" name="Google Shape;5177;g3af7659cfab_1_3"/>
            <p:cNvCxnSpPr>
              <a:stCxn id="5165" idx="6"/>
              <a:endCxn id="5171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8" name="Google Shape;5178;g3af7659cfab_1_3"/>
            <p:cNvCxnSpPr>
              <a:stCxn id="5179" idx="0"/>
              <a:endCxn id="5168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0" name="Google Shape;5180;g3af7659cfab_1_3"/>
            <p:cNvCxnSpPr>
              <a:stCxn id="5171" idx="6"/>
              <a:endCxn id="5175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1" name="Google Shape;5181;g3af7659cfab_1_3"/>
            <p:cNvCxnSpPr>
              <a:stCxn id="5182" idx="0"/>
              <a:endCxn id="5175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3" name="Google Shape;5183;g3af7659cfab_1_3"/>
            <p:cNvCxnSpPr>
              <a:stCxn id="5184" idx="1"/>
              <a:endCxn id="5175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5" name="Google Shape;5185;g3af7659cfab_1_3"/>
            <p:cNvCxnSpPr>
              <a:stCxn id="5184" idx="0"/>
              <a:endCxn id="5186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7" name="Google Shape;5187;g3af7659cfab_1_3"/>
            <p:cNvCxnSpPr>
              <a:stCxn id="5186" idx="2"/>
              <a:endCxn id="5175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88" name="Google Shape;5188;g3af7659cfab_1_3"/>
            <p:cNvCxnSpPr>
              <a:stCxn id="5186" idx="7"/>
              <a:endCxn id="5189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0" name="Google Shape;5190;g3af7659cfab_1_3"/>
            <p:cNvCxnSpPr>
              <a:stCxn id="5186" idx="6"/>
              <a:endCxn id="5191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2" name="Google Shape;5192;g3af7659cfab_1_3"/>
            <p:cNvCxnSpPr>
              <a:stCxn id="5191" idx="7"/>
              <a:endCxn id="5189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3" name="Google Shape;5193;g3af7659cfab_1_3"/>
            <p:cNvCxnSpPr>
              <a:stCxn id="5194" idx="0"/>
              <a:endCxn id="5163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5" name="Google Shape;5195;g3af7659cfab_1_3"/>
            <p:cNvCxnSpPr>
              <a:stCxn id="5168" idx="2"/>
              <a:endCxn id="5194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6" name="Google Shape;5196;g3af7659cfab_1_3"/>
            <p:cNvCxnSpPr>
              <a:stCxn id="5179" idx="1"/>
              <a:endCxn id="5194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7" name="Google Shape;5197;g3af7659cfab_1_3"/>
            <p:cNvCxnSpPr>
              <a:stCxn id="5198" idx="7"/>
              <a:endCxn id="5194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99" name="Google Shape;5199;g3af7659cfab_1_3"/>
            <p:cNvCxnSpPr>
              <a:stCxn id="5162" idx="6"/>
              <a:endCxn id="5194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0" name="Google Shape;5200;g3af7659cfab_1_3"/>
            <p:cNvCxnSpPr>
              <a:stCxn id="5201" idx="7"/>
              <a:endCxn id="5162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2" name="Google Shape;5202;g3af7659cfab_1_3"/>
            <p:cNvCxnSpPr>
              <a:stCxn id="5201" idx="6"/>
              <a:endCxn id="5198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3" name="Google Shape;5203;g3af7659cfab_1_3"/>
            <p:cNvCxnSpPr>
              <a:stCxn id="5201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4" name="Google Shape;5204;g3af7659cfab_1_3"/>
            <p:cNvCxnSpPr>
              <a:stCxn id="5198" idx="6"/>
              <a:endCxn id="5179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5" name="Google Shape;5205;g3af7659cfab_1_3"/>
            <p:cNvCxnSpPr>
              <a:stCxn id="5179" idx="6"/>
              <a:endCxn id="5167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6" name="Google Shape;5206;g3af7659cfab_1_3"/>
            <p:cNvCxnSpPr>
              <a:stCxn id="5182" idx="2"/>
              <a:endCxn id="5167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7" name="Google Shape;5207;g3af7659cfab_1_3"/>
            <p:cNvCxnSpPr>
              <a:endCxn id="5167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8" name="Google Shape;5208;g3af7659cfab_1_3"/>
            <p:cNvCxnSpPr>
              <a:endCxn id="5167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09" name="Google Shape;5209;g3af7659cfab_1_3"/>
            <p:cNvCxnSpPr>
              <a:endCxn id="5182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0" name="Google Shape;5210;g3af7659cfab_1_3"/>
            <p:cNvCxnSpPr>
              <a:stCxn id="5184" idx="2"/>
              <a:endCxn id="5182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1" name="Google Shape;5211;g3af7659cfab_1_3"/>
            <p:cNvCxnSpPr>
              <a:stCxn id="5184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2" name="Google Shape;5212;g3af7659cfab_1_3"/>
            <p:cNvCxnSpPr>
              <a:stCxn id="5213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4" name="Google Shape;5214;g3af7659cfab_1_3"/>
            <p:cNvCxnSpPr>
              <a:stCxn id="5213" idx="2"/>
              <a:endCxn id="5184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5" name="Google Shape;5215;g3af7659cfab_1_3"/>
            <p:cNvCxnSpPr>
              <a:stCxn id="5191" idx="4"/>
              <a:endCxn id="5213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6" name="Google Shape;5216;g3af7659cfab_1_3"/>
            <p:cNvCxnSpPr>
              <a:stCxn id="5217" idx="3"/>
              <a:endCxn id="5213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8" name="Google Shape;5218;g3af7659cfab_1_3"/>
            <p:cNvCxnSpPr>
              <a:stCxn id="5217" idx="2"/>
              <a:endCxn id="5191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19" name="Google Shape;5219;g3af7659cfab_1_3"/>
            <p:cNvCxnSpPr>
              <a:stCxn id="5217" idx="1"/>
              <a:endCxn id="5189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0" name="Google Shape;5220;g3af7659cfab_1_3"/>
            <p:cNvCxnSpPr>
              <a:stCxn id="5221" idx="1"/>
              <a:endCxn id="5189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2" name="Google Shape;5222;g3af7659cfab_1_3"/>
            <p:cNvCxnSpPr>
              <a:stCxn id="5221" idx="0"/>
              <a:endCxn id="5223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4" name="Google Shape;5224;g3af7659cfab_1_3"/>
            <p:cNvCxnSpPr>
              <a:stCxn id="5225" idx="0"/>
              <a:endCxn id="5226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7" name="Google Shape;5227;g3af7659cfab_1_3"/>
            <p:cNvCxnSpPr>
              <a:stCxn id="5228" idx="0"/>
              <a:endCxn id="5226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9" name="Google Shape;5229;g3af7659cfab_1_3"/>
            <p:cNvCxnSpPr>
              <a:stCxn id="5230" idx="3"/>
              <a:endCxn id="5231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2" name="Google Shape;5232;g3af7659cfab_1_3"/>
            <p:cNvCxnSpPr>
              <a:stCxn id="5230" idx="1"/>
              <a:endCxn id="5221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3" name="Google Shape;5233;g3af7659cfab_1_3"/>
            <p:cNvCxnSpPr>
              <a:stCxn id="5225" idx="2"/>
              <a:endCxn id="5221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4" name="Google Shape;5234;g3af7659cfab_1_3"/>
            <p:cNvCxnSpPr>
              <a:stCxn id="5226" idx="3"/>
              <a:endCxn id="5221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5" name="Google Shape;5235;g3af7659cfab_1_3"/>
            <p:cNvCxnSpPr>
              <a:stCxn id="5226" idx="2"/>
              <a:endCxn id="5223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6" name="Google Shape;5236;g3af7659cfab_1_3"/>
            <p:cNvCxnSpPr>
              <a:stCxn id="5223" idx="1"/>
              <a:endCxn id="5189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7" name="Google Shape;5237;g3af7659cfab_1_3"/>
            <p:cNvCxnSpPr>
              <a:stCxn id="5221" idx="2"/>
              <a:endCxn id="5217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8" name="Google Shape;5238;g3af7659cfab_1_3"/>
            <p:cNvCxnSpPr>
              <a:stCxn id="5231" idx="1"/>
              <a:endCxn id="5217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39" name="Google Shape;5239;g3af7659cfab_1_3"/>
            <p:cNvCxnSpPr>
              <a:stCxn id="5217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0" name="Google Shape;5240;g3af7659cfab_1_3"/>
            <p:cNvCxnSpPr>
              <a:stCxn id="5213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1" name="Google Shape;5241;g3af7659cfab_1_3"/>
            <p:cNvCxnSpPr>
              <a:stCxn id="5231" idx="7"/>
              <a:endCxn id="5221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2" name="Google Shape;5242;g3af7659cfab_1_3"/>
            <p:cNvCxnSpPr>
              <a:stCxn id="5184" idx="7"/>
              <a:endCxn id="5191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3" name="Google Shape;5243;g3af7659cfab_1_3"/>
            <p:cNvCxnSpPr>
              <a:stCxn id="5230" idx="7"/>
              <a:endCxn id="5225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63" name="Google Shape;5163;g3af7659cfab_1_3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4" name="Google Shape;5194;g3af7659cfab_1_3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2" name="Google Shape;5162;g3af7659cfab_1_3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8" name="Google Shape;5198;g3af7659cfab_1_3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9" name="Google Shape;5179;g3af7659cfab_1_3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7" name="Google Shape;5167;g3af7659cfab_1_3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2" name="Google Shape;5182;g3af7659cfab_1_3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5" name="Google Shape;5175;g3af7659cfab_1_3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6" name="Google Shape;5186;g3af7659cfab_1_3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4" name="Google Shape;5184;g3af7659cfab_1_3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3" name="Google Shape;5213;g3af7659cfab_1_3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1" name="Google Shape;5231;g3af7659cfab_1_3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1" name="Google Shape;5221;g3af7659cfab_1_3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3" name="Google Shape;5223;g3af7659cfab_1_3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7" name="Google Shape;5217;g3af7659cfab_1_3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1" name="Google Shape;5191;g3af7659cfab_1_3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9" name="Google Shape;5189;g3af7659cfab_1_3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6" name="Google Shape;5226;g3af7659cfab_1_3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5" name="Google Shape;5225;g3af7659cfab_1_3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0" name="Google Shape;5230;g3af7659cfab_1_3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8" name="Google Shape;5168;g3af7659cfab_1_3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1" name="Google Shape;5171;g3af7659cfab_1_3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5" name="Google Shape;5165;g3af7659cfab_1_3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44" name="Google Shape;5244;g3af7659cfab_1_3"/>
            <p:cNvCxnSpPr>
              <a:stCxn id="5165" idx="2"/>
              <a:endCxn id="5194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5" name="Google Shape;5245;g3af7659cfab_1_3"/>
            <p:cNvCxnSpPr>
              <a:stCxn id="5162" idx="4"/>
              <a:endCxn id="5198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01" name="Google Shape;5201;g3af7659cfab_1_3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46" name="Google Shape;5246;g3af7659cfab_1_3"/>
            <p:cNvCxnSpPr>
              <a:stCxn id="5201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7" name="Google Shape;5247;g3af7659cfab_1_3"/>
            <p:cNvCxnSpPr>
              <a:stCxn id="5201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8" name="Google Shape;5248;g3af7659cfab_1_3"/>
            <p:cNvCxnSpPr>
              <a:stCxn id="5201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49" name="Google Shape;5249;g3af7659cfab_1_3"/>
            <p:cNvCxnSpPr>
              <a:endCxn id="5162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50" name="Google Shape;5250;g3af7659cfab_1_3"/>
            <p:cNvCxnSpPr>
              <a:endCxn id="5184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51" name="Google Shape;5251;g3af7659cfab_1_3"/>
            <p:cNvCxnSpPr>
              <a:stCxn id="5162" idx="1"/>
              <a:endCxn id="5252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52" name="Google Shape;5252;g3af7659cfab_1_3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53" name="Google Shape;5253;g3af7659cfab_1_3"/>
            <p:cNvCxnSpPr>
              <a:stCxn id="5252" idx="6"/>
              <a:endCxn id="5163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54" name="Google Shape;5254;g3af7659cfab_1_3"/>
            <p:cNvCxnSpPr>
              <a:endCxn id="5252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55" name="Google Shape;5255;g3af7659cfab_1_3"/>
            <p:cNvCxnSpPr>
              <a:stCxn id="5256" idx="7"/>
              <a:endCxn id="5257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58" name="Google Shape;5258;g3af7659cfab_1_3"/>
            <p:cNvCxnSpPr>
              <a:stCxn id="5257" idx="4"/>
              <a:endCxn id="5259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60" name="Google Shape;5260;g3af7659cfab_1_3"/>
            <p:cNvCxnSpPr>
              <a:stCxn id="5261" idx="2"/>
              <a:endCxn id="5262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63" name="Google Shape;5263;g3af7659cfab_1_3"/>
            <p:cNvCxnSpPr>
              <a:stCxn id="5259" idx="5"/>
              <a:endCxn id="5261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64" name="Google Shape;5264;g3af7659cfab_1_3"/>
            <p:cNvCxnSpPr>
              <a:stCxn id="5257" idx="5"/>
              <a:endCxn id="5265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66" name="Google Shape;5266;g3af7659cfab_1_3"/>
            <p:cNvCxnSpPr>
              <a:stCxn id="5261" idx="0"/>
              <a:endCxn id="5265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67" name="Google Shape;5267;g3af7659cfab_1_3"/>
            <p:cNvCxnSpPr>
              <a:stCxn id="5259" idx="3"/>
              <a:endCxn id="5262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68" name="Google Shape;5268;g3af7659cfab_1_3"/>
            <p:cNvCxnSpPr>
              <a:stCxn id="5257" idx="6"/>
              <a:endCxn id="5269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0" name="Google Shape;5270;g3af7659cfab_1_3"/>
            <p:cNvCxnSpPr>
              <a:stCxn id="5261" idx="7"/>
              <a:endCxn id="5269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1" name="Google Shape;5271;g3af7659cfab_1_3"/>
            <p:cNvCxnSpPr>
              <a:stCxn id="5259" idx="6"/>
              <a:endCxn id="5265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2" name="Google Shape;5272;g3af7659cfab_1_3"/>
            <p:cNvCxnSpPr>
              <a:stCxn id="5273" idx="0"/>
              <a:endCxn id="5262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4" name="Google Shape;5274;g3af7659cfab_1_3"/>
            <p:cNvCxnSpPr>
              <a:stCxn id="5265" idx="6"/>
              <a:endCxn id="5269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5" name="Google Shape;5275;g3af7659cfab_1_3"/>
            <p:cNvCxnSpPr>
              <a:stCxn id="5276" idx="0"/>
              <a:endCxn id="5269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7" name="Google Shape;5277;g3af7659cfab_1_3"/>
            <p:cNvCxnSpPr>
              <a:stCxn id="5278" idx="1"/>
              <a:endCxn id="5269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9" name="Google Shape;5279;g3af7659cfab_1_3"/>
            <p:cNvCxnSpPr>
              <a:stCxn id="5278" idx="0"/>
              <a:endCxn id="5280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1" name="Google Shape;5281;g3af7659cfab_1_3"/>
            <p:cNvCxnSpPr>
              <a:stCxn id="5280" idx="2"/>
              <a:endCxn id="5269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2" name="Google Shape;5282;g3af7659cfab_1_3"/>
            <p:cNvCxnSpPr>
              <a:stCxn id="5280" idx="7"/>
              <a:endCxn id="5283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4" name="Google Shape;5284;g3af7659cfab_1_3"/>
            <p:cNvCxnSpPr>
              <a:stCxn id="5280" idx="6"/>
              <a:endCxn id="5285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6" name="Google Shape;5286;g3af7659cfab_1_3"/>
            <p:cNvCxnSpPr>
              <a:stCxn id="5285" idx="7"/>
              <a:endCxn id="5283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7" name="Google Shape;5287;g3af7659cfab_1_3"/>
            <p:cNvCxnSpPr>
              <a:stCxn id="5288" idx="0"/>
              <a:endCxn id="5257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9" name="Google Shape;5289;g3af7659cfab_1_3"/>
            <p:cNvCxnSpPr>
              <a:stCxn id="5262" idx="2"/>
              <a:endCxn id="5288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0" name="Google Shape;5290;g3af7659cfab_1_3"/>
            <p:cNvCxnSpPr>
              <a:stCxn id="5273" idx="1"/>
              <a:endCxn id="5288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1" name="Google Shape;5291;g3af7659cfab_1_3"/>
            <p:cNvCxnSpPr>
              <a:stCxn id="5292" idx="7"/>
              <a:endCxn id="5288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3" name="Google Shape;5293;g3af7659cfab_1_3"/>
            <p:cNvCxnSpPr>
              <a:stCxn id="5256" idx="6"/>
              <a:endCxn id="5288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4" name="Google Shape;5294;g3af7659cfab_1_3"/>
            <p:cNvCxnSpPr>
              <a:stCxn id="5295" idx="7"/>
              <a:endCxn id="5256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6" name="Google Shape;5296;g3af7659cfab_1_3"/>
            <p:cNvCxnSpPr>
              <a:stCxn id="5295" idx="6"/>
              <a:endCxn id="5292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7" name="Google Shape;5297;g3af7659cfab_1_3"/>
            <p:cNvCxnSpPr>
              <a:stCxn id="5295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8" name="Google Shape;5298;g3af7659cfab_1_3"/>
            <p:cNvCxnSpPr>
              <a:stCxn id="5292" idx="6"/>
              <a:endCxn id="5273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9" name="Google Shape;5299;g3af7659cfab_1_3"/>
            <p:cNvCxnSpPr>
              <a:stCxn id="5273" idx="6"/>
              <a:endCxn id="5261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0" name="Google Shape;5300;g3af7659cfab_1_3"/>
            <p:cNvCxnSpPr>
              <a:stCxn id="5276" idx="2"/>
              <a:endCxn id="5261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1" name="Google Shape;5301;g3af7659cfab_1_3"/>
            <p:cNvCxnSpPr>
              <a:endCxn id="5261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2" name="Google Shape;5302;g3af7659cfab_1_3"/>
            <p:cNvCxnSpPr>
              <a:endCxn id="5261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3" name="Google Shape;5303;g3af7659cfab_1_3"/>
            <p:cNvCxnSpPr>
              <a:endCxn id="5276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4" name="Google Shape;5304;g3af7659cfab_1_3"/>
            <p:cNvCxnSpPr>
              <a:stCxn id="5278" idx="2"/>
              <a:endCxn id="5276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5" name="Google Shape;5305;g3af7659cfab_1_3"/>
            <p:cNvCxnSpPr>
              <a:stCxn id="5278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6" name="Google Shape;5306;g3af7659cfab_1_3"/>
            <p:cNvCxnSpPr>
              <a:stCxn id="5307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8" name="Google Shape;5308;g3af7659cfab_1_3"/>
            <p:cNvCxnSpPr>
              <a:stCxn id="5307" idx="2"/>
              <a:endCxn id="5278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9" name="Google Shape;5309;g3af7659cfab_1_3"/>
            <p:cNvCxnSpPr>
              <a:stCxn id="5285" idx="4"/>
              <a:endCxn id="5307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0" name="Google Shape;5310;g3af7659cfab_1_3"/>
            <p:cNvCxnSpPr>
              <a:stCxn id="5311" idx="3"/>
              <a:endCxn id="5307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2" name="Google Shape;5312;g3af7659cfab_1_3"/>
            <p:cNvCxnSpPr>
              <a:stCxn id="5311" idx="2"/>
              <a:endCxn id="5285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3" name="Google Shape;5313;g3af7659cfab_1_3"/>
            <p:cNvCxnSpPr>
              <a:stCxn id="5311" idx="1"/>
              <a:endCxn id="5283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4" name="Google Shape;5314;g3af7659cfab_1_3"/>
            <p:cNvCxnSpPr>
              <a:stCxn id="5315" idx="1"/>
              <a:endCxn id="5283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6" name="Google Shape;5316;g3af7659cfab_1_3"/>
            <p:cNvCxnSpPr>
              <a:stCxn id="5315" idx="0"/>
              <a:endCxn id="5317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8" name="Google Shape;5318;g3af7659cfab_1_3"/>
            <p:cNvCxnSpPr>
              <a:stCxn id="5319" idx="0"/>
              <a:endCxn id="5320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1" name="Google Shape;5321;g3af7659cfab_1_3"/>
            <p:cNvCxnSpPr>
              <a:endCxn id="5320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2" name="Google Shape;5322;g3af7659cfab_1_3"/>
            <p:cNvCxnSpPr>
              <a:endCxn id="5319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3" name="Google Shape;5323;g3af7659cfab_1_3"/>
            <p:cNvCxnSpPr>
              <a:endCxn id="5324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5" name="Google Shape;5325;g3af7659cfab_1_3"/>
            <p:cNvCxnSpPr>
              <a:stCxn id="5324" idx="3"/>
              <a:endCxn id="5326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7" name="Google Shape;5327;g3af7659cfab_1_3"/>
            <p:cNvCxnSpPr>
              <a:stCxn id="5324" idx="1"/>
              <a:endCxn id="5315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8" name="Google Shape;5328;g3af7659cfab_1_3"/>
            <p:cNvCxnSpPr>
              <a:stCxn id="5319" idx="2"/>
              <a:endCxn id="5315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9" name="Google Shape;5329;g3af7659cfab_1_3"/>
            <p:cNvCxnSpPr>
              <a:stCxn id="5320" idx="3"/>
              <a:endCxn id="5315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0" name="Google Shape;5330;g3af7659cfab_1_3"/>
            <p:cNvCxnSpPr>
              <a:stCxn id="5320" idx="2"/>
              <a:endCxn id="5317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1" name="Google Shape;5331;g3af7659cfab_1_3"/>
            <p:cNvCxnSpPr>
              <a:stCxn id="5317" idx="1"/>
              <a:endCxn id="5283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2" name="Google Shape;5332;g3af7659cfab_1_3"/>
            <p:cNvCxnSpPr>
              <a:stCxn id="5315" idx="2"/>
              <a:endCxn id="5311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3" name="Google Shape;5333;g3af7659cfab_1_3"/>
            <p:cNvCxnSpPr>
              <a:stCxn id="5326" idx="1"/>
              <a:endCxn id="5311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4" name="Google Shape;5334;g3af7659cfab_1_3"/>
            <p:cNvCxnSpPr>
              <a:stCxn id="5311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5" name="Google Shape;5335;g3af7659cfab_1_3"/>
            <p:cNvCxnSpPr>
              <a:stCxn id="5307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6" name="Google Shape;5336;g3af7659cfab_1_3"/>
            <p:cNvCxnSpPr>
              <a:stCxn id="5326" idx="7"/>
              <a:endCxn id="5315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7" name="Google Shape;5337;g3af7659cfab_1_3"/>
            <p:cNvCxnSpPr>
              <a:stCxn id="5278" idx="7"/>
              <a:endCxn id="5285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8" name="Google Shape;5338;g3af7659cfab_1_3"/>
            <p:cNvCxnSpPr>
              <a:stCxn id="5324" idx="7"/>
              <a:endCxn id="5319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57" name="Google Shape;5257;g3af7659cfab_1_3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8" name="Google Shape;5288;g3af7659cfab_1_3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6" name="Google Shape;5256;g3af7659cfab_1_3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2" name="Google Shape;5292;g3af7659cfab_1_3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3" name="Google Shape;5273;g3af7659cfab_1_3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1" name="Google Shape;5261;g3af7659cfab_1_3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6" name="Google Shape;5276;g3af7659cfab_1_3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9" name="Google Shape;5269;g3af7659cfab_1_3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0" name="Google Shape;5280;g3af7659cfab_1_3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8" name="Google Shape;5278;g3af7659cfab_1_3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7" name="Google Shape;5307;g3af7659cfab_1_3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g3af7659cfab_1_3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5" name="Google Shape;5315;g3af7659cfab_1_3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7" name="Google Shape;5317;g3af7659cfab_1_3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g3af7659cfab_1_3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5" name="Google Shape;5285;g3af7659cfab_1_3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Google Shape;5283;g3af7659cfab_1_3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g3af7659cfab_1_3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g3af7659cfab_1_3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4" name="Google Shape;5324;g3af7659cfab_1_3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2" name="Google Shape;5262;g3af7659cfab_1_3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5" name="Google Shape;5265;g3af7659cfab_1_3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9" name="Google Shape;5259;g3af7659cfab_1_3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9" name="Google Shape;5339;g3af7659cfab_1_3"/>
            <p:cNvCxnSpPr>
              <a:stCxn id="5259" idx="2"/>
              <a:endCxn id="5288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0" name="Google Shape;5340;g3af7659cfab_1_3"/>
            <p:cNvCxnSpPr>
              <a:stCxn id="5256" idx="4"/>
              <a:endCxn id="5292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95" name="Google Shape;5295;g3af7659cfab_1_3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1" name="Google Shape;5341;g3af7659cfab_1_3"/>
            <p:cNvCxnSpPr>
              <a:stCxn id="5295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2" name="Google Shape;5342;g3af7659cfab_1_3"/>
            <p:cNvCxnSpPr>
              <a:stCxn id="5295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3" name="Google Shape;5343;g3af7659cfab_1_3"/>
            <p:cNvCxnSpPr>
              <a:stCxn id="5295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4" name="Google Shape;5344;g3af7659cfab_1_3"/>
            <p:cNvCxnSpPr>
              <a:stCxn id="5225" idx="5"/>
              <a:endCxn id="5256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5" name="Google Shape;5345;g3af7659cfab_1_3"/>
            <p:cNvCxnSpPr>
              <a:endCxn id="5278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6" name="Google Shape;5346;g3af7659cfab_1_3"/>
            <p:cNvCxnSpPr>
              <a:stCxn id="5256" idx="1"/>
              <a:endCxn id="5228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28" name="Google Shape;5228;g3af7659cfab_1_3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7" name="Google Shape;5347;g3af7659cfab_1_3"/>
            <p:cNvCxnSpPr>
              <a:stCxn id="5228" idx="6"/>
              <a:endCxn id="5257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8" name="Google Shape;5348;g3af7659cfab_1_3"/>
            <p:cNvCxnSpPr>
              <a:stCxn id="5225" idx="1"/>
              <a:endCxn id="5228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49" name="Google Shape;5349;g3af7659cfab_1_3"/>
          <p:cNvSpPr txBox="1"/>
          <p:nvPr/>
        </p:nvSpPr>
        <p:spPr>
          <a:xfrm>
            <a:off x="526800" y="87800"/>
            <a:ext cx="10989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Arquitectura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0" name="Google Shape;5350;g3af7659cfab_1_3"/>
          <p:cNvSpPr txBox="1"/>
          <p:nvPr/>
        </p:nvSpPr>
        <p:spPr>
          <a:xfrm>
            <a:off x="910150" y="1503450"/>
            <a:ext cx="102738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División entre frontend y backend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Backend: en general utiliza una arquitectura por capas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uso de monolito modular (organización de archivos y </a:t>
            </a:r>
            <a:r>
              <a:rPr lang="en-US" sz="2400">
                <a:solidFill>
                  <a:schemeClr val="lt1"/>
                </a:solidFill>
              </a:rPr>
              <a:t>módulos</a:t>
            </a:r>
            <a:r>
              <a:rPr lang="en-US" sz="2400">
                <a:solidFill>
                  <a:schemeClr val="lt1"/>
                </a:solidFill>
              </a:rPr>
              <a:t>).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repository(abstraer peticiones a base de datos).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factory (respuestas http).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singleton (base de datos).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middlewares (intercepta para log y verificación de roles).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servicios(lógica de negocio).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controladores (</a:t>
            </a:r>
            <a:r>
              <a:rPr lang="en-US" sz="2400">
                <a:solidFill>
                  <a:schemeClr val="lt1"/>
                </a:solidFill>
              </a:rPr>
              <a:t>coordina</a:t>
            </a:r>
            <a:r>
              <a:rPr lang="en-US" sz="2400">
                <a:solidFill>
                  <a:schemeClr val="lt1"/>
                </a:solidFill>
              </a:rPr>
              <a:t> el flujo de la petición).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4" name="Shape 5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" name="Google Shape;5355;g3af7659cfab_0_2149"/>
          <p:cNvSpPr txBox="1"/>
          <p:nvPr/>
        </p:nvSpPr>
        <p:spPr>
          <a:xfrm>
            <a:off x="526800" y="87800"/>
            <a:ext cx="11028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tecnologías</a:t>
            </a:r>
            <a:r>
              <a:rPr lang="en-US" sz="4800">
                <a:solidFill>
                  <a:schemeClr val="lt1"/>
                </a:solidFill>
              </a:rPr>
              <a:t> utilizadas</a:t>
            </a:r>
            <a:endParaRPr b="0"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6" name="Google Shape;5356;g3af7659cfab_0_2149"/>
          <p:cNvSpPr txBox="1"/>
          <p:nvPr/>
        </p:nvSpPr>
        <p:spPr>
          <a:xfrm>
            <a:off x="910150" y="1503450"/>
            <a:ext cx="102738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Node.js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Express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React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Vite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Postgre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AWS(EC2)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AWS(RDS)</a:t>
            </a:r>
            <a:endParaRPr sz="3000">
              <a:solidFill>
                <a:schemeClr val="lt1"/>
              </a:solidFill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Docker</a:t>
            </a:r>
            <a:endParaRPr sz="3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descr="File:Node.js logo 2015.svg - Wikimedia Commons" id="5357" name="Google Shape;5357;g3af7659cfab_0_2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222" y="1418262"/>
            <a:ext cx="1609876" cy="4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8" name="Google Shape;5358;g3af7659cfab_0_2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225" y="1963317"/>
            <a:ext cx="1901600" cy="5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React-icon.svg - Wikimedia Commons" id="5359" name="Google Shape;5359;g3af7659cfab_0_2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4256" y="2580072"/>
            <a:ext cx="551400" cy="491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0" name="Google Shape;5360;g3af7659cfab_0_2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1246" y="3098683"/>
            <a:ext cx="551390" cy="5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1" name="Google Shape;5361;g3af7659cfab_0_21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84225" y="3666148"/>
            <a:ext cx="551399" cy="568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2" name="Google Shape;5362;g3af7659cfab_0_21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72573" y="3995292"/>
            <a:ext cx="1162725" cy="8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3" name="Google Shape;5363;g3af7659cfab_0_21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37461" y="4704858"/>
            <a:ext cx="1162726" cy="505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4" name="Google Shape;5364;g3af7659cfab_0_21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71825" y="5206275"/>
            <a:ext cx="551399" cy="551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5" name="Google Shape;5365;g3af7659cfab_0_2149"/>
          <p:cNvGrpSpPr/>
          <p:nvPr/>
        </p:nvGrpSpPr>
        <p:grpSpPr>
          <a:xfrm>
            <a:off x="-99269" y="5699976"/>
            <a:ext cx="12292653" cy="1219315"/>
            <a:chOff x="-99269" y="5699976"/>
            <a:chExt cx="12292653" cy="1219315"/>
          </a:xfrm>
        </p:grpSpPr>
        <p:cxnSp>
          <p:nvCxnSpPr>
            <p:cNvPr id="5366" name="Google Shape;5366;g3af7659cfab_0_2149"/>
            <p:cNvCxnSpPr>
              <a:stCxn id="5367" idx="7"/>
              <a:endCxn id="5368" idx="2"/>
            </p:cNvCxnSpPr>
            <p:nvPr/>
          </p:nvCxnSpPr>
          <p:spPr>
            <a:xfrm flipH="1" rot="10800000">
              <a:off x="556310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69" name="Google Shape;5369;g3af7659cfab_0_2149"/>
            <p:cNvCxnSpPr>
              <a:stCxn id="5368" idx="4"/>
              <a:endCxn id="5370" idx="1"/>
            </p:cNvCxnSpPr>
            <p:nvPr/>
          </p:nvCxnSpPr>
          <p:spPr>
            <a:xfrm>
              <a:off x="1243963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71" name="Google Shape;5371;g3af7659cfab_0_2149"/>
            <p:cNvCxnSpPr>
              <a:stCxn id="5372" idx="2"/>
              <a:endCxn id="5373" idx="6"/>
            </p:cNvCxnSpPr>
            <p:nvPr/>
          </p:nvCxnSpPr>
          <p:spPr>
            <a:xfrm rot="10800000">
              <a:off x="1480134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74" name="Google Shape;5374;g3af7659cfab_0_2149"/>
            <p:cNvCxnSpPr>
              <a:stCxn id="5370" idx="5"/>
              <a:endCxn id="5372" idx="1"/>
            </p:cNvCxnSpPr>
            <p:nvPr/>
          </p:nvCxnSpPr>
          <p:spPr>
            <a:xfrm>
              <a:off x="1484884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75" name="Google Shape;5375;g3af7659cfab_0_2149"/>
            <p:cNvCxnSpPr>
              <a:stCxn id="5368" idx="5"/>
              <a:endCxn id="5376" idx="1"/>
            </p:cNvCxnSpPr>
            <p:nvPr/>
          </p:nvCxnSpPr>
          <p:spPr>
            <a:xfrm>
              <a:off x="1269079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77" name="Google Shape;5377;g3af7659cfab_0_2149"/>
            <p:cNvCxnSpPr>
              <a:stCxn id="5372" idx="0"/>
              <a:endCxn id="5376" idx="4"/>
            </p:cNvCxnSpPr>
            <p:nvPr/>
          </p:nvCxnSpPr>
          <p:spPr>
            <a:xfrm rot="10800000">
              <a:off x="1865484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78" name="Google Shape;5378;g3af7659cfab_0_2149"/>
            <p:cNvCxnSpPr>
              <a:stCxn id="5370" idx="3"/>
              <a:endCxn id="5373" idx="0"/>
            </p:cNvCxnSpPr>
            <p:nvPr/>
          </p:nvCxnSpPr>
          <p:spPr>
            <a:xfrm flipH="1">
              <a:off x="1437378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79" name="Google Shape;5379;g3af7659cfab_0_2149"/>
            <p:cNvCxnSpPr>
              <a:stCxn id="5368" idx="6"/>
              <a:endCxn id="5380" idx="1"/>
            </p:cNvCxnSpPr>
            <p:nvPr/>
          </p:nvCxnSpPr>
          <p:spPr>
            <a:xfrm>
              <a:off x="1272013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1" name="Google Shape;5381;g3af7659cfab_0_2149"/>
            <p:cNvCxnSpPr>
              <a:stCxn id="5372" idx="7"/>
              <a:endCxn id="5380" idx="3"/>
            </p:cNvCxnSpPr>
            <p:nvPr/>
          </p:nvCxnSpPr>
          <p:spPr>
            <a:xfrm flipH="1" rot="10800000">
              <a:off x="1951710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2" name="Google Shape;5382;g3af7659cfab_0_2149"/>
            <p:cNvCxnSpPr>
              <a:stCxn id="5370" idx="6"/>
              <a:endCxn id="5376" idx="2"/>
            </p:cNvCxnSpPr>
            <p:nvPr/>
          </p:nvCxnSpPr>
          <p:spPr>
            <a:xfrm flipH="1" rot="10800000">
              <a:off x="1493231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3" name="Google Shape;5383;g3af7659cfab_0_2149"/>
            <p:cNvCxnSpPr>
              <a:stCxn id="5384" idx="0"/>
              <a:endCxn id="5373" idx="4"/>
            </p:cNvCxnSpPr>
            <p:nvPr/>
          </p:nvCxnSpPr>
          <p:spPr>
            <a:xfrm flipH="1" rot="10800000">
              <a:off x="1398336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5" name="Google Shape;5385;g3af7659cfab_0_2149"/>
            <p:cNvCxnSpPr>
              <a:stCxn id="5376" idx="6"/>
              <a:endCxn id="5380" idx="2"/>
            </p:cNvCxnSpPr>
            <p:nvPr/>
          </p:nvCxnSpPr>
          <p:spPr>
            <a:xfrm flipH="1" rot="10800000">
              <a:off x="1893944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6" name="Google Shape;5386;g3af7659cfab_0_2149"/>
            <p:cNvCxnSpPr>
              <a:stCxn id="5387" idx="0"/>
              <a:endCxn id="5380" idx="4"/>
            </p:cNvCxnSpPr>
            <p:nvPr/>
          </p:nvCxnSpPr>
          <p:spPr>
            <a:xfrm rot="10800000">
              <a:off x="2308725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88" name="Google Shape;5388;g3af7659cfab_0_2149"/>
            <p:cNvCxnSpPr>
              <a:stCxn id="5389" idx="1"/>
              <a:endCxn id="5380" idx="5"/>
            </p:cNvCxnSpPr>
            <p:nvPr/>
          </p:nvCxnSpPr>
          <p:spPr>
            <a:xfrm rot="10800000">
              <a:off x="2338760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90" name="Google Shape;5390;g3af7659cfab_0_2149"/>
            <p:cNvCxnSpPr>
              <a:stCxn id="5389" idx="0"/>
              <a:endCxn id="5391" idx="4"/>
            </p:cNvCxnSpPr>
            <p:nvPr/>
          </p:nvCxnSpPr>
          <p:spPr>
            <a:xfrm flipH="1" rot="10800000">
              <a:off x="2910613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92" name="Google Shape;5392;g3af7659cfab_0_2149"/>
            <p:cNvCxnSpPr>
              <a:stCxn id="5391" idx="2"/>
              <a:endCxn id="5380" idx="6"/>
            </p:cNvCxnSpPr>
            <p:nvPr/>
          </p:nvCxnSpPr>
          <p:spPr>
            <a:xfrm flipH="1">
              <a:off x="2351291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93" name="Google Shape;5393;g3af7659cfab_0_2149"/>
            <p:cNvCxnSpPr>
              <a:stCxn id="5391" idx="7"/>
              <a:endCxn id="5394" idx="2"/>
            </p:cNvCxnSpPr>
            <p:nvPr/>
          </p:nvCxnSpPr>
          <p:spPr>
            <a:xfrm flipH="1" rot="10800000">
              <a:off x="3051870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95" name="Google Shape;5395;g3af7659cfab_0_2149"/>
            <p:cNvCxnSpPr>
              <a:stCxn id="5391" idx="6"/>
              <a:endCxn id="5396" idx="2"/>
            </p:cNvCxnSpPr>
            <p:nvPr/>
          </p:nvCxnSpPr>
          <p:spPr>
            <a:xfrm>
              <a:off x="3064391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97" name="Google Shape;5397;g3af7659cfab_0_2149"/>
            <p:cNvCxnSpPr>
              <a:stCxn id="5396" idx="7"/>
              <a:endCxn id="5394" idx="3"/>
            </p:cNvCxnSpPr>
            <p:nvPr/>
          </p:nvCxnSpPr>
          <p:spPr>
            <a:xfrm flipH="1" rot="10800000">
              <a:off x="3535140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98" name="Google Shape;5398;g3af7659cfab_0_2149"/>
            <p:cNvCxnSpPr>
              <a:stCxn id="5399" idx="0"/>
              <a:endCxn id="5368" idx="3"/>
            </p:cNvCxnSpPr>
            <p:nvPr/>
          </p:nvCxnSpPr>
          <p:spPr>
            <a:xfrm flipH="1" rot="10800000">
              <a:off x="1045626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0" name="Google Shape;5400;g3af7659cfab_0_2149"/>
            <p:cNvCxnSpPr>
              <a:stCxn id="5373" idx="2"/>
              <a:endCxn id="5399" idx="6"/>
            </p:cNvCxnSpPr>
            <p:nvPr/>
          </p:nvCxnSpPr>
          <p:spPr>
            <a:xfrm rot="10800000">
              <a:off x="1090788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1" name="Google Shape;5401;g3af7659cfab_0_2149"/>
            <p:cNvCxnSpPr>
              <a:stCxn id="5384" idx="1"/>
              <a:endCxn id="5399" idx="5"/>
            </p:cNvCxnSpPr>
            <p:nvPr/>
          </p:nvCxnSpPr>
          <p:spPr>
            <a:xfrm rot="10800000">
              <a:off x="1077407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2" name="Google Shape;5402;g3af7659cfab_0_2149"/>
            <p:cNvCxnSpPr>
              <a:stCxn id="5403" idx="7"/>
              <a:endCxn id="5399" idx="3"/>
            </p:cNvCxnSpPr>
            <p:nvPr/>
          </p:nvCxnSpPr>
          <p:spPr>
            <a:xfrm flipH="1" rot="10800000">
              <a:off x="725010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4" name="Google Shape;5404;g3af7659cfab_0_2149"/>
            <p:cNvCxnSpPr>
              <a:stCxn id="5367" idx="6"/>
              <a:endCxn id="5399" idx="2"/>
            </p:cNvCxnSpPr>
            <p:nvPr/>
          </p:nvCxnSpPr>
          <p:spPr>
            <a:xfrm>
              <a:off x="568831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5" name="Google Shape;5405;g3af7659cfab_0_2149"/>
            <p:cNvCxnSpPr>
              <a:stCxn id="5406" idx="7"/>
              <a:endCxn id="5367" idx="3"/>
            </p:cNvCxnSpPr>
            <p:nvPr/>
          </p:nvCxnSpPr>
          <p:spPr>
            <a:xfrm flipH="1" rot="10800000">
              <a:off x="166183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7" name="Google Shape;5407;g3af7659cfab_0_2149"/>
            <p:cNvCxnSpPr>
              <a:stCxn id="5406" idx="6"/>
              <a:endCxn id="5403" idx="2"/>
            </p:cNvCxnSpPr>
            <p:nvPr/>
          </p:nvCxnSpPr>
          <p:spPr>
            <a:xfrm>
              <a:off x="174530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8" name="Google Shape;5408;g3af7659cfab_0_2149"/>
            <p:cNvCxnSpPr>
              <a:stCxn id="5406" idx="5"/>
            </p:cNvCxnSpPr>
            <p:nvPr/>
          </p:nvCxnSpPr>
          <p:spPr>
            <a:xfrm>
              <a:off x="166183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09" name="Google Shape;5409;g3af7659cfab_0_2149"/>
            <p:cNvCxnSpPr>
              <a:stCxn id="5403" idx="6"/>
              <a:endCxn id="5384" idx="2"/>
            </p:cNvCxnSpPr>
            <p:nvPr/>
          </p:nvCxnSpPr>
          <p:spPr>
            <a:xfrm>
              <a:off x="733357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0" name="Google Shape;5410;g3af7659cfab_0_2149"/>
            <p:cNvCxnSpPr>
              <a:stCxn id="5384" idx="6"/>
              <a:endCxn id="5372" idx="3"/>
            </p:cNvCxnSpPr>
            <p:nvPr/>
          </p:nvCxnSpPr>
          <p:spPr>
            <a:xfrm flipH="1" rot="10800000">
              <a:off x="1441086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1" name="Google Shape;5411;g3af7659cfab_0_2149"/>
            <p:cNvCxnSpPr>
              <a:stCxn id="5387" idx="2"/>
              <a:endCxn id="5372" idx="6"/>
            </p:cNvCxnSpPr>
            <p:nvPr/>
          </p:nvCxnSpPr>
          <p:spPr>
            <a:xfrm flipH="1">
              <a:off x="1964925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2" name="Google Shape;5412;g3af7659cfab_0_2149"/>
            <p:cNvCxnSpPr>
              <a:endCxn id="5372" idx="5"/>
            </p:cNvCxnSpPr>
            <p:nvPr/>
          </p:nvCxnSpPr>
          <p:spPr>
            <a:xfrm rot="10800000">
              <a:off x="1951710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3" name="Google Shape;5413;g3af7659cfab_0_2149"/>
            <p:cNvCxnSpPr>
              <a:endCxn id="5372" idx="4"/>
            </p:cNvCxnSpPr>
            <p:nvPr/>
          </p:nvCxnSpPr>
          <p:spPr>
            <a:xfrm flipH="1" rot="10800000">
              <a:off x="1874784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4" name="Google Shape;5414;g3af7659cfab_0_2149"/>
            <p:cNvCxnSpPr>
              <a:endCxn id="5387" idx="4"/>
            </p:cNvCxnSpPr>
            <p:nvPr/>
          </p:nvCxnSpPr>
          <p:spPr>
            <a:xfrm rot="10800000">
              <a:off x="2335125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5" name="Google Shape;5415;g3af7659cfab_0_2149"/>
            <p:cNvCxnSpPr>
              <a:stCxn id="5389" idx="2"/>
              <a:endCxn id="5387" idx="6"/>
            </p:cNvCxnSpPr>
            <p:nvPr/>
          </p:nvCxnSpPr>
          <p:spPr>
            <a:xfrm rot="10800000">
              <a:off x="2363713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6" name="Google Shape;5416;g3af7659cfab_0_2149"/>
            <p:cNvCxnSpPr>
              <a:stCxn id="5389" idx="4"/>
            </p:cNvCxnSpPr>
            <p:nvPr/>
          </p:nvCxnSpPr>
          <p:spPr>
            <a:xfrm>
              <a:off x="2910613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7" name="Google Shape;5417;g3af7659cfab_0_2149"/>
            <p:cNvCxnSpPr>
              <a:stCxn id="5418" idx="3"/>
            </p:cNvCxnSpPr>
            <p:nvPr/>
          </p:nvCxnSpPr>
          <p:spPr>
            <a:xfrm flipH="1">
              <a:off x="3379504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19" name="Google Shape;5419;g3af7659cfab_0_2149"/>
            <p:cNvCxnSpPr>
              <a:stCxn id="5418" idx="2"/>
              <a:endCxn id="5389" idx="6"/>
            </p:cNvCxnSpPr>
            <p:nvPr/>
          </p:nvCxnSpPr>
          <p:spPr>
            <a:xfrm rot="10800000">
              <a:off x="2939183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0" name="Google Shape;5420;g3af7659cfab_0_2149"/>
            <p:cNvCxnSpPr>
              <a:stCxn id="5396" idx="4"/>
              <a:endCxn id="5418" idx="0"/>
            </p:cNvCxnSpPr>
            <p:nvPr/>
          </p:nvCxnSpPr>
          <p:spPr>
            <a:xfrm flipH="1">
              <a:off x="3480611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1" name="Google Shape;5421;g3af7659cfab_0_2149"/>
            <p:cNvCxnSpPr>
              <a:stCxn id="5422" idx="3"/>
              <a:endCxn id="5418" idx="7"/>
            </p:cNvCxnSpPr>
            <p:nvPr/>
          </p:nvCxnSpPr>
          <p:spPr>
            <a:xfrm flipH="1">
              <a:off x="3510776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3" name="Google Shape;5423;g3af7659cfab_0_2149"/>
            <p:cNvCxnSpPr>
              <a:stCxn id="5422" idx="2"/>
              <a:endCxn id="5396" idx="6"/>
            </p:cNvCxnSpPr>
            <p:nvPr/>
          </p:nvCxnSpPr>
          <p:spPr>
            <a:xfrm rot="10800000">
              <a:off x="3547808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4" name="Google Shape;5424;g3af7659cfab_0_2149"/>
            <p:cNvCxnSpPr>
              <a:stCxn id="5422" idx="1"/>
              <a:endCxn id="5394" idx="4"/>
            </p:cNvCxnSpPr>
            <p:nvPr/>
          </p:nvCxnSpPr>
          <p:spPr>
            <a:xfrm flipH="1" rot="10800000">
              <a:off x="4123043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5" name="Google Shape;5425;g3af7659cfab_0_2149"/>
            <p:cNvCxnSpPr>
              <a:stCxn id="5426" idx="1"/>
              <a:endCxn id="5394" idx="5"/>
            </p:cNvCxnSpPr>
            <p:nvPr/>
          </p:nvCxnSpPr>
          <p:spPr>
            <a:xfrm rot="10800000">
              <a:off x="4353740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7" name="Google Shape;5427;g3af7659cfab_0_2149"/>
            <p:cNvCxnSpPr>
              <a:stCxn id="5426" idx="0"/>
              <a:endCxn id="5428" idx="4"/>
            </p:cNvCxnSpPr>
            <p:nvPr/>
          </p:nvCxnSpPr>
          <p:spPr>
            <a:xfrm rot="10800000">
              <a:off x="4797243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29" name="Google Shape;5429;g3af7659cfab_0_2149"/>
            <p:cNvCxnSpPr>
              <a:stCxn id="5430" idx="0"/>
              <a:endCxn id="5431" idx="4"/>
            </p:cNvCxnSpPr>
            <p:nvPr/>
          </p:nvCxnSpPr>
          <p:spPr>
            <a:xfrm rot="10800000">
              <a:off x="5766428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2" name="Google Shape;5432;g3af7659cfab_0_2149"/>
            <p:cNvCxnSpPr>
              <a:stCxn id="5433" idx="0"/>
              <a:endCxn id="5431" idx="5"/>
            </p:cNvCxnSpPr>
            <p:nvPr/>
          </p:nvCxnSpPr>
          <p:spPr>
            <a:xfrm rot="10800000">
              <a:off x="5796756" y="5907545"/>
              <a:ext cx="456300" cy="13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4" name="Google Shape;5434;g3af7659cfab_0_2149"/>
            <p:cNvCxnSpPr>
              <a:stCxn id="5435" idx="3"/>
              <a:endCxn id="5436" idx="6"/>
            </p:cNvCxnSpPr>
            <p:nvPr/>
          </p:nvCxnSpPr>
          <p:spPr>
            <a:xfrm rot="10800000">
              <a:off x="4566379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7" name="Google Shape;5437;g3af7659cfab_0_2149"/>
            <p:cNvCxnSpPr>
              <a:stCxn id="5435" idx="1"/>
              <a:endCxn id="5426" idx="5"/>
            </p:cNvCxnSpPr>
            <p:nvPr/>
          </p:nvCxnSpPr>
          <p:spPr>
            <a:xfrm rot="10800000">
              <a:off x="4848679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8" name="Google Shape;5438;g3af7659cfab_0_2149"/>
            <p:cNvCxnSpPr>
              <a:stCxn id="5430" idx="2"/>
              <a:endCxn id="5426" idx="6"/>
            </p:cNvCxnSpPr>
            <p:nvPr/>
          </p:nvCxnSpPr>
          <p:spPr>
            <a:xfrm rot="10800000">
              <a:off x="4852778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9" name="Google Shape;5439;g3af7659cfab_0_2149"/>
            <p:cNvCxnSpPr>
              <a:stCxn id="5431" idx="3"/>
              <a:endCxn id="5426" idx="7"/>
            </p:cNvCxnSpPr>
            <p:nvPr/>
          </p:nvCxnSpPr>
          <p:spPr>
            <a:xfrm flipH="1">
              <a:off x="4840827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0" name="Google Shape;5440;g3af7659cfab_0_2149"/>
            <p:cNvCxnSpPr>
              <a:stCxn id="5431" idx="2"/>
              <a:endCxn id="5428" idx="6"/>
            </p:cNvCxnSpPr>
            <p:nvPr/>
          </p:nvCxnSpPr>
          <p:spPr>
            <a:xfrm flipH="1">
              <a:off x="4830106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1" name="Google Shape;5441;g3af7659cfab_0_2149"/>
            <p:cNvCxnSpPr>
              <a:stCxn id="5428" idx="1"/>
              <a:endCxn id="5394" idx="6"/>
            </p:cNvCxnSpPr>
            <p:nvPr/>
          </p:nvCxnSpPr>
          <p:spPr>
            <a:xfrm rot="10800000">
              <a:off x="4362064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2" name="Google Shape;5442;g3af7659cfab_0_2149"/>
            <p:cNvCxnSpPr>
              <a:stCxn id="5426" idx="2"/>
              <a:endCxn id="5422" idx="6"/>
            </p:cNvCxnSpPr>
            <p:nvPr/>
          </p:nvCxnSpPr>
          <p:spPr>
            <a:xfrm rot="10800000">
              <a:off x="4188993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3" name="Google Shape;5443;g3af7659cfab_0_2149"/>
            <p:cNvCxnSpPr>
              <a:stCxn id="5436" idx="1"/>
              <a:endCxn id="5422" idx="5"/>
            </p:cNvCxnSpPr>
            <p:nvPr/>
          </p:nvCxnSpPr>
          <p:spPr>
            <a:xfrm rot="10800000">
              <a:off x="4170699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4" name="Google Shape;5444;g3af7659cfab_0_2149"/>
            <p:cNvCxnSpPr>
              <a:stCxn id="5422" idx="4"/>
            </p:cNvCxnSpPr>
            <p:nvPr/>
          </p:nvCxnSpPr>
          <p:spPr>
            <a:xfrm flipH="1">
              <a:off x="3941858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5" name="Google Shape;5445;g3af7659cfab_0_2149"/>
            <p:cNvCxnSpPr>
              <a:stCxn id="5418" idx="5"/>
            </p:cNvCxnSpPr>
            <p:nvPr/>
          </p:nvCxnSpPr>
          <p:spPr>
            <a:xfrm>
              <a:off x="3510762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6" name="Google Shape;5446;g3af7659cfab_0_2149"/>
            <p:cNvCxnSpPr>
              <a:stCxn id="5436" idx="7"/>
              <a:endCxn id="5426" idx="3"/>
            </p:cNvCxnSpPr>
            <p:nvPr/>
          </p:nvCxnSpPr>
          <p:spPr>
            <a:xfrm flipH="1" rot="10800000">
              <a:off x="4553957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7" name="Google Shape;5447;g3af7659cfab_0_2149"/>
            <p:cNvCxnSpPr>
              <a:stCxn id="5389" idx="7"/>
              <a:endCxn id="5396" idx="3"/>
            </p:cNvCxnSpPr>
            <p:nvPr/>
          </p:nvCxnSpPr>
          <p:spPr>
            <a:xfrm flipH="1" rot="10800000">
              <a:off x="2930766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48" name="Google Shape;5448;g3af7659cfab_0_2149"/>
            <p:cNvCxnSpPr>
              <a:stCxn id="5435" idx="7"/>
              <a:endCxn id="5430" idx="4"/>
            </p:cNvCxnSpPr>
            <p:nvPr/>
          </p:nvCxnSpPr>
          <p:spPr>
            <a:xfrm flipH="1" rot="10800000">
              <a:off x="5622785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68" name="Google Shape;5368;g3af7659cfab_0_2149"/>
            <p:cNvSpPr/>
            <p:nvPr/>
          </p:nvSpPr>
          <p:spPr>
            <a:xfrm rot="-1041241">
              <a:off x="1188467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9" name="Google Shape;5399;g3af7659cfab_0_2149"/>
            <p:cNvSpPr/>
            <p:nvPr/>
          </p:nvSpPr>
          <p:spPr>
            <a:xfrm>
              <a:off x="1000476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7" name="Google Shape;5367;g3af7659cfab_0_2149"/>
            <p:cNvSpPr/>
            <p:nvPr/>
          </p:nvSpPr>
          <p:spPr>
            <a:xfrm>
              <a:off x="483331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3" name="Google Shape;5403;g3af7659cfab_0_2149"/>
            <p:cNvSpPr/>
            <p:nvPr/>
          </p:nvSpPr>
          <p:spPr>
            <a:xfrm>
              <a:off x="676357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4" name="Google Shape;5384;g3af7659cfab_0_2149"/>
            <p:cNvSpPr/>
            <p:nvPr/>
          </p:nvSpPr>
          <p:spPr>
            <a:xfrm>
              <a:off x="1355586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2" name="Google Shape;5372;g3af7659cfab_0_2149"/>
            <p:cNvSpPr/>
            <p:nvPr/>
          </p:nvSpPr>
          <p:spPr>
            <a:xfrm>
              <a:off x="1874634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7" name="Google Shape;5387;g3af7659cfab_0_2149"/>
            <p:cNvSpPr/>
            <p:nvPr/>
          </p:nvSpPr>
          <p:spPr>
            <a:xfrm>
              <a:off x="2306625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0" name="Google Shape;5380;g3af7659cfab_0_2149"/>
            <p:cNvSpPr/>
            <p:nvPr/>
          </p:nvSpPr>
          <p:spPr>
            <a:xfrm>
              <a:off x="2265837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1" name="Google Shape;5391;g3af7659cfab_0_2149"/>
            <p:cNvSpPr/>
            <p:nvPr/>
          </p:nvSpPr>
          <p:spPr>
            <a:xfrm>
              <a:off x="2978891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9" name="Google Shape;5389;g3af7659cfab_0_2149"/>
            <p:cNvSpPr/>
            <p:nvPr/>
          </p:nvSpPr>
          <p:spPr>
            <a:xfrm>
              <a:off x="2882113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8" name="Google Shape;5418;g3af7659cfab_0_2149"/>
            <p:cNvSpPr/>
            <p:nvPr/>
          </p:nvSpPr>
          <p:spPr>
            <a:xfrm>
              <a:off x="3437783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6" name="Google Shape;5436;g3af7659cfab_0_2149"/>
            <p:cNvSpPr/>
            <p:nvPr/>
          </p:nvSpPr>
          <p:spPr>
            <a:xfrm>
              <a:off x="4480978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6" name="Google Shape;5426;g3af7659cfab_0_2149"/>
            <p:cNvSpPr/>
            <p:nvPr/>
          </p:nvSpPr>
          <p:spPr>
            <a:xfrm rot="-675041">
              <a:off x="4796546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8" name="Google Shape;5428;g3af7659cfab_0_2149"/>
            <p:cNvSpPr/>
            <p:nvPr/>
          </p:nvSpPr>
          <p:spPr>
            <a:xfrm rot="-739978">
              <a:off x="4745288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2" name="Google Shape;5422;g3af7659cfab_0_2149"/>
            <p:cNvSpPr/>
            <p:nvPr/>
          </p:nvSpPr>
          <p:spPr>
            <a:xfrm rot="666782">
              <a:off x="4104105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6" name="Google Shape;5396;g3af7659cfab_0_2149"/>
            <p:cNvSpPr/>
            <p:nvPr/>
          </p:nvSpPr>
          <p:spPr>
            <a:xfrm>
              <a:off x="3462161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4" name="Google Shape;5394;g3af7659cfab_0_2149"/>
            <p:cNvSpPr/>
            <p:nvPr/>
          </p:nvSpPr>
          <p:spPr>
            <a:xfrm>
              <a:off x="4305203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1" name="Google Shape;5431;g3af7659cfab_0_2149"/>
            <p:cNvSpPr/>
            <p:nvPr/>
          </p:nvSpPr>
          <p:spPr>
            <a:xfrm>
              <a:off x="5723806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0" name="Google Shape;5430;g3af7659cfab_0_2149"/>
            <p:cNvSpPr/>
            <p:nvPr/>
          </p:nvSpPr>
          <p:spPr>
            <a:xfrm>
              <a:off x="5813978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5" name="Google Shape;5435;g3af7659cfab_0_2149"/>
            <p:cNvSpPr/>
            <p:nvPr/>
          </p:nvSpPr>
          <p:spPr>
            <a:xfrm>
              <a:off x="5574132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3" name="Google Shape;5373;g3af7659cfab_0_2149"/>
            <p:cNvSpPr/>
            <p:nvPr/>
          </p:nvSpPr>
          <p:spPr>
            <a:xfrm>
              <a:off x="1394688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6" name="Google Shape;5376;g3af7659cfab_0_2149"/>
            <p:cNvSpPr/>
            <p:nvPr/>
          </p:nvSpPr>
          <p:spPr>
            <a:xfrm>
              <a:off x="1836944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0" name="Google Shape;5370;g3af7659cfab_0_2149"/>
            <p:cNvSpPr/>
            <p:nvPr/>
          </p:nvSpPr>
          <p:spPr>
            <a:xfrm>
              <a:off x="1436231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49" name="Google Shape;5449;g3af7659cfab_0_2149"/>
            <p:cNvCxnSpPr>
              <a:stCxn id="5370" idx="2"/>
              <a:endCxn id="5399" idx="7"/>
            </p:cNvCxnSpPr>
            <p:nvPr/>
          </p:nvCxnSpPr>
          <p:spPr>
            <a:xfrm flipH="1">
              <a:off x="1077431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0" name="Google Shape;5450;g3af7659cfab_0_2149"/>
            <p:cNvCxnSpPr>
              <a:stCxn id="5367" idx="4"/>
              <a:endCxn id="5403" idx="1"/>
            </p:cNvCxnSpPr>
            <p:nvPr/>
          </p:nvCxnSpPr>
          <p:spPr>
            <a:xfrm>
              <a:off x="526081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06" name="Google Shape;5406;g3af7659cfab_0_2149"/>
            <p:cNvSpPr/>
            <p:nvPr/>
          </p:nvSpPr>
          <p:spPr>
            <a:xfrm>
              <a:off x="117530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51" name="Google Shape;5451;g3af7659cfab_0_2149"/>
            <p:cNvCxnSpPr>
              <a:stCxn id="5406" idx="3"/>
            </p:cNvCxnSpPr>
            <p:nvPr/>
          </p:nvCxnSpPr>
          <p:spPr>
            <a:xfrm flipH="1">
              <a:off x="60477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2" name="Google Shape;5452;g3af7659cfab_0_2149"/>
            <p:cNvCxnSpPr>
              <a:stCxn id="5406" idx="2"/>
            </p:cNvCxnSpPr>
            <p:nvPr/>
          </p:nvCxnSpPr>
          <p:spPr>
            <a:xfrm flipH="1">
              <a:off x="-59170" y="6759644"/>
              <a:ext cx="176700" cy="4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3" name="Google Shape;5453;g3af7659cfab_0_2149"/>
            <p:cNvCxnSpPr>
              <a:stCxn id="5406" idx="1"/>
            </p:cNvCxnSpPr>
            <p:nvPr/>
          </p:nvCxnSpPr>
          <p:spPr>
            <a:xfrm rot="10800000">
              <a:off x="-5922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4" name="Google Shape;5454;g3af7659cfab_0_2149"/>
            <p:cNvCxnSpPr>
              <a:endCxn id="5367" idx="2"/>
            </p:cNvCxnSpPr>
            <p:nvPr/>
          </p:nvCxnSpPr>
          <p:spPr>
            <a:xfrm>
              <a:off x="-99269" y="6362581"/>
              <a:ext cx="582600" cy="5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5" name="Google Shape;5455;g3af7659cfab_0_2149"/>
            <p:cNvCxnSpPr>
              <a:endCxn id="5389" idx="3"/>
            </p:cNvCxnSpPr>
            <p:nvPr/>
          </p:nvCxnSpPr>
          <p:spPr>
            <a:xfrm flipH="1" rot="10800000">
              <a:off x="2737760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6" name="Google Shape;5456;g3af7659cfab_0_2149"/>
            <p:cNvCxnSpPr>
              <a:stCxn id="5367" idx="1"/>
              <a:endCxn id="5457" idx="4"/>
            </p:cNvCxnSpPr>
            <p:nvPr/>
          </p:nvCxnSpPr>
          <p:spPr>
            <a:xfrm rot="10800000">
              <a:off x="380052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57" name="Google Shape;5457;g3af7659cfab_0_2149"/>
            <p:cNvSpPr/>
            <p:nvPr/>
          </p:nvSpPr>
          <p:spPr>
            <a:xfrm rot="-1033406">
              <a:off x="339342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58" name="Google Shape;5458;g3af7659cfab_0_2149"/>
            <p:cNvCxnSpPr>
              <a:stCxn id="5457" idx="6"/>
              <a:endCxn id="5368" idx="1"/>
            </p:cNvCxnSpPr>
            <p:nvPr/>
          </p:nvCxnSpPr>
          <p:spPr>
            <a:xfrm flipH="1" rot="10800000">
              <a:off x="400750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59" name="Google Shape;5459;g3af7659cfab_0_2149"/>
            <p:cNvCxnSpPr>
              <a:endCxn id="5457" idx="2"/>
            </p:cNvCxnSpPr>
            <p:nvPr/>
          </p:nvCxnSpPr>
          <p:spPr>
            <a:xfrm flipH="1" rot="10800000">
              <a:off x="-81950" y="6085745"/>
              <a:ext cx="422700" cy="185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60" name="Google Shape;5460;g3af7659cfab_0_2149"/>
            <p:cNvCxnSpPr>
              <a:stCxn id="5461" idx="7"/>
              <a:endCxn id="5462" idx="2"/>
            </p:cNvCxnSpPr>
            <p:nvPr/>
          </p:nvCxnSpPr>
          <p:spPr>
            <a:xfrm flipH="1" rot="10800000">
              <a:off x="6447916" y="5766252"/>
              <a:ext cx="634200" cy="624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63" name="Google Shape;5463;g3af7659cfab_0_2149"/>
            <p:cNvCxnSpPr>
              <a:stCxn id="5462" idx="4"/>
              <a:endCxn id="5464" idx="1"/>
            </p:cNvCxnSpPr>
            <p:nvPr/>
          </p:nvCxnSpPr>
          <p:spPr>
            <a:xfrm>
              <a:off x="7135569" y="5794326"/>
              <a:ext cx="200700" cy="481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65" name="Google Shape;5465;g3af7659cfab_0_2149"/>
            <p:cNvCxnSpPr>
              <a:stCxn id="5466" idx="2"/>
              <a:endCxn id="5467" idx="6"/>
            </p:cNvCxnSpPr>
            <p:nvPr/>
          </p:nvCxnSpPr>
          <p:spPr>
            <a:xfrm rot="10800000">
              <a:off x="7371740" y="6578217"/>
              <a:ext cx="394500" cy="158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68" name="Google Shape;5468;g3af7659cfab_0_2149"/>
            <p:cNvCxnSpPr>
              <a:stCxn id="5464" idx="5"/>
              <a:endCxn id="5466" idx="1"/>
            </p:cNvCxnSpPr>
            <p:nvPr/>
          </p:nvCxnSpPr>
          <p:spPr>
            <a:xfrm>
              <a:off x="7376490" y="6316069"/>
              <a:ext cx="402900" cy="388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69" name="Google Shape;5469;g3af7659cfab_0_2149"/>
            <p:cNvCxnSpPr>
              <a:stCxn id="5462" idx="5"/>
              <a:endCxn id="5470" idx="1"/>
            </p:cNvCxnSpPr>
            <p:nvPr/>
          </p:nvCxnSpPr>
          <p:spPr>
            <a:xfrm>
              <a:off x="7160685" y="5773360"/>
              <a:ext cx="576300" cy="48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1" name="Google Shape;5471;g3af7659cfab_0_2149"/>
            <p:cNvCxnSpPr>
              <a:stCxn id="5466" idx="0"/>
              <a:endCxn id="5470" idx="4"/>
            </p:cNvCxnSpPr>
            <p:nvPr/>
          </p:nvCxnSpPr>
          <p:spPr>
            <a:xfrm rot="10800000">
              <a:off x="7757090" y="6308367"/>
              <a:ext cx="54300" cy="3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2" name="Google Shape;5472;g3af7659cfab_0_2149"/>
            <p:cNvCxnSpPr>
              <a:stCxn id="5464" idx="3"/>
              <a:endCxn id="5467" idx="0"/>
            </p:cNvCxnSpPr>
            <p:nvPr/>
          </p:nvCxnSpPr>
          <p:spPr>
            <a:xfrm flipH="1">
              <a:off x="7328984" y="6316069"/>
              <a:ext cx="7200" cy="219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3" name="Google Shape;5473;g3af7659cfab_0_2149"/>
            <p:cNvCxnSpPr>
              <a:stCxn id="5462" idx="6"/>
              <a:endCxn id="5474" idx="1"/>
            </p:cNvCxnSpPr>
            <p:nvPr/>
          </p:nvCxnSpPr>
          <p:spPr>
            <a:xfrm>
              <a:off x="7163619" y="5740776"/>
              <a:ext cx="1006200" cy="37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5" name="Google Shape;5475;g3af7659cfab_0_2149"/>
            <p:cNvCxnSpPr>
              <a:stCxn id="5466" idx="7"/>
              <a:endCxn id="5474" idx="3"/>
            </p:cNvCxnSpPr>
            <p:nvPr/>
          </p:nvCxnSpPr>
          <p:spPr>
            <a:xfrm flipH="1" rot="10800000">
              <a:off x="7843316" y="6176691"/>
              <a:ext cx="326700" cy="52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6" name="Google Shape;5476;g3af7659cfab_0_2149"/>
            <p:cNvCxnSpPr>
              <a:stCxn id="5464" idx="6"/>
              <a:endCxn id="5470" idx="2"/>
            </p:cNvCxnSpPr>
            <p:nvPr/>
          </p:nvCxnSpPr>
          <p:spPr>
            <a:xfrm flipH="1" rot="10800000">
              <a:off x="7384837" y="6280016"/>
              <a:ext cx="343800" cy="1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7" name="Google Shape;5477;g3af7659cfab_0_2149"/>
            <p:cNvCxnSpPr>
              <a:stCxn id="5478" idx="0"/>
              <a:endCxn id="5467" idx="4"/>
            </p:cNvCxnSpPr>
            <p:nvPr/>
          </p:nvCxnSpPr>
          <p:spPr>
            <a:xfrm flipH="1" rot="10800000">
              <a:off x="7289942" y="6620922"/>
              <a:ext cx="39000" cy="194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79" name="Google Shape;5479;g3af7659cfab_0_2149"/>
            <p:cNvCxnSpPr>
              <a:stCxn id="5470" idx="6"/>
              <a:endCxn id="5474" idx="2"/>
            </p:cNvCxnSpPr>
            <p:nvPr/>
          </p:nvCxnSpPr>
          <p:spPr>
            <a:xfrm flipH="1" rot="10800000">
              <a:off x="7785550" y="6146512"/>
              <a:ext cx="372000" cy="13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80" name="Google Shape;5480;g3af7659cfab_0_2149"/>
            <p:cNvCxnSpPr>
              <a:stCxn id="5481" idx="0"/>
              <a:endCxn id="5474" idx="4"/>
            </p:cNvCxnSpPr>
            <p:nvPr/>
          </p:nvCxnSpPr>
          <p:spPr>
            <a:xfrm rot="10800000">
              <a:off x="8200331" y="6189085"/>
              <a:ext cx="26400" cy="43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82" name="Google Shape;5482;g3af7659cfab_0_2149"/>
            <p:cNvCxnSpPr>
              <a:stCxn id="5483" idx="1"/>
              <a:endCxn id="5474" idx="5"/>
            </p:cNvCxnSpPr>
            <p:nvPr/>
          </p:nvCxnSpPr>
          <p:spPr>
            <a:xfrm rot="10800000">
              <a:off x="8230366" y="6176558"/>
              <a:ext cx="551700" cy="49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84" name="Google Shape;5484;g3af7659cfab_0_2149"/>
            <p:cNvCxnSpPr>
              <a:stCxn id="5483" idx="0"/>
              <a:endCxn id="5485" idx="4"/>
            </p:cNvCxnSpPr>
            <p:nvPr/>
          </p:nvCxnSpPr>
          <p:spPr>
            <a:xfrm flipH="1" rot="10800000">
              <a:off x="8802219" y="6013411"/>
              <a:ext cx="111000" cy="652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86" name="Google Shape;5486;g3af7659cfab_0_2149"/>
            <p:cNvCxnSpPr>
              <a:stCxn id="5485" idx="2"/>
              <a:endCxn id="5474" idx="6"/>
            </p:cNvCxnSpPr>
            <p:nvPr/>
          </p:nvCxnSpPr>
          <p:spPr>
            <a:xfrm flipH="1">
              <a:off x="8242897" y="5970780"/>
              <a:ext cx="627600" cy="17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87" name="Google Shape;5487;g3af7659cfab_0_2149"/>
            <p:cNvCxnSpPr>
              <a:stCxn id="5485" idx="7"/>
              <a:endCxn id="5488" idx="2"/>
            </p:cNvCxnSpPr>
            <p:nvPr/>
          </p:nvCxnSpPr>
          <p:spPr>
            <a:xfrm flipH="1" rot="10800000">
              <a:off x="8943476" y="5772551"/>
              <a:ext cx="1253400" cy="16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89" name="Google Shape;5489;g3af7659cfab_0_2149"/>
            <p:cNvCxnSpPr>
              <a:stCxn id="5485" idx="6"/>
              <a:endCxn id="5490" idx="2"/>
            </p:cNvCxnSpPr>
            <p:nvPr/>
          </p:nvCxnSpPr>
          <p:spPr>
            <a:xfrm>
              <a:off x="8955997" y="5970780"/>
              <a:ext cx="397800" cy="30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1" name="Google Shape;5491;g3af7659cfab_0_2149"/>
            <p:cNvCxnSpPr>
              <a:stCxn id="5490" idx="7"/>
              <a:endCxn id="5488" idx="3"/>
            </p:cNvCxnSpPr>
            <p:nvPr/>
          </p:nvCxnSpPr>
          <p:spPr>
            <a:xfrm flipH="1" rot="10800000">
              <a:off x="9426746" y="5792794"/>
              <a:ext cx="778500" cy="447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2" name="Google Shape;5492;g3af7659cfab_0_2149"/>
            <p:cNvCxnSpPr>
              <a:stCxn id="5493" idx="0"/>
              <a:endCxn id="5462" idx="3"/>
            </p:cNvCxnSpPr>
            <p:nvPr/>
          </p:nvCxnSpPr>
          <p:spPr>
            <a:xfrm flipH="1" rot="10800000">
              <a:off x="6937232" y="5791512"/>
              <a:ext cx="1659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4" name="Google Shape;5494;g3af7659cfab_0_2149"/>
            <p:cNvCxnSpPr>
              <a:stCxn id="5467" idx="2"/>
              <a:endCxn id="5493" idx="6"/>
            </p:cNvCxnSpPr>
            <p:nvPr/>
          </p:nvCxnSpPr>
          <p:spPr>
            <a:xfrm rot="10800000">
              <a:off x="6982394" y="6496654"/>
              <a:ext cx="303900" cy="8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5" name="Google Shape;5495;g3af7659cfab_0_2149"/>
            <p:cNvCxnSpPr>
              <a:stCxn id="5478" idx="1"/>
              <a:endCxn id="5493" idx="5"/>
            </p:cNvCxnSpPr>
            <p:nvPr/>
          </p:nvCxnSpPr>
          <p:spPr>
            <a:xfrm rot="10800000">
              <a:off x="6969013" y="6528443"/>
              <a:ext cx="290700" cy="29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6" name="Google Shape;5496;g3af7659cfab_0_2149"/>
            <p:cNvCxnSpPr>
              <a:stCxn id="5497" idx="7"/>
              <a:endCxn id="5493" idx="3"/>
            </p:cNvCxnSpPr>
            <p:nvPr/>
          </p:nvCxnSpPr>
          <p:spPr>
            <a:xfrm flipH="1" rot="10800000">
              <a:off x="6616616" y="6528653"/>
              <a:ext cx="288600" cy="27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8" name="Google Shape;5498;g3af7659cfab_0_2149"/>
            <p:cNvCxnSpPr>
              <a:stCxn id="5461" idx="6"/>
              <a:endCxn id="5493" idx="2"/>
            </p:cNvCxnSpPr>
            <p:nvPr/>
          </p:nvCxnSpPr>
          <p:spPr>
            <a:xfrm>
              <a:off x="6460437" y="6420781"/>
              <a:ext cx="431700" cy="75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99" name="Google Shape;5499;g3af7659cfab_0_2149"/>
            <p:cNvCxnSpPr>
              <a:stCxn id="5500" idx="7"/>
              <a:endCxn id="5461" idx="3"/>
            </p:cNvCxnSpPr>
            <p:nvPr/>
          </p:nvCxnSpPr>
          <p:spPr>
            <a:xfrm flipH="1" rot="10800000">
              <a:off x="6057789" y="6450891"/>
              <a:ext cx="329700" cy="288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1" name="Google Shape;5501;g3af7659cfab_0_2149"/>
            <p:cNvCxnSpPr>
              <a:stCxn id="5500" idx="6"/>
              <a:endCxn id="5497" idx="2"/>
            </p:cNvCxnSpPr>
            <p:nvPr/>
          </p:nvCxnSpPr>
          <p:spPr>
            <a:xfrm>
              <a:off x="6066136" y="6759644"/>
              <a:ext cx="501900" cy="6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2" name="Google Shape;5502;g3af7659cfab_0_2149"/>
            <p:cNvCxnSpPr>
              <a:stCxn id="5500" idx="5"/>
            </p:cNvCxnSpPr>
            <p:nvPr/>
          </p:nvCxnSpPr>
          <p:spPr>
            <a:xfrm>
              <a:off x="6057789" y="6779797"/>
              <a:ext cx="81300" cy="10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3" name="Google Shape;5503;g3af7659cfab_0_2149"/>
            <p:cNvCxnSpPr>
              <a:stCxn id="5497" idx="6"/>
              <a:endCxn id="5478" idx="2"/>
            </p:cNvCxnSpPr>
            <p:nvPr/>
          </p:nvCxnSpPr>
          <p:spPr>
            <a:xfrm>
              <a:off x="6624963" y="6828406"/>
              <a:ext cx="622200" cy="29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4" name="Google Shape;5504;g3af7659cfab_0_2149"/>
            <p:cNvCxnSpPr>
              <a:stCxn id="5478" idx="6"/>
              <a:endCxn id="5466" idx="3"/>
            </p:cNvCxnSpPr>
            <p:nvPr/>
          </p:nvCxnSpPr>
          <p:spPr>
            <a:xfrm flipH="1" rot="10800000">
              <a:off x="7332692" y="6768672"/>
              <a:ext cx="446700" cy="89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5" name="Google Shape;5505;g3af7659cfab_0_2149"/>
            <p:cNvCxnSpPr>
              <a:stCxn id="5481" idx="2"/>
              <a:endCxn id="5466" idx="6"/>
            </p:cNvCxnSpPr>
            <p:nvPr/>
          </p:nvCxnSpPr>
          <p:spPr>
            <a:xfrm flipH="1">
              <a:off x="7856531" y="6653485"/>
              <a:ext cx="341700" cy="83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6" name="Google Shape;5506;g3af7659cfab_0_2149"/>
            <p:cNvCxnSpPr>
              <a:endCxn id="5466" idx="5"/>
            </p:cNvCxnSpPr>
            <p:nvPr/>
          </p:nvCxnSpPr>
          <p:spPr>
            <a:xfrm rot="10800000">
              <a:off x="7843316" y="6768543"/>
              <a:ext cx="15240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7" name="Google Shape;5507;g3af7659cfab_0_2149"/>
            <p:cNvCxnSpPr>
              <a:endCxn id="5466" idx="4"/>
            </p:cNvCxnSpPr>
            <p:nvPr/>
          </p:nvCxnSpPr>
          <p:spPr>
            <a:xfrm flipH="1" rot="10800000">
              <a:off x="7766390" y="6781767"/>
              <a:ext cx="45000" cy="10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8" name="Google Shape;5508;g3af7659cfab_0_2149"/>
            <p:cNvCxnSpPr>
              <a:endCxn id="5481" idx="4"/>
            </p:cNvCxnSpPr>
            <p:nvPr/>
          </p:nvCxnSpPr>
          <p:spPr>
            <a:xfrm rot="10800000">
              <a:off x="8226731" y="6681985"/>
              <a:ext cx="52800" cy="171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09" name="Google Shape;5509;g3af7659cfab_0_2149"/>
            <p:cNvCxnSpPr>
              <a:stCxn id="5483" idx="2"/>
              <a:endCxn id="5481" idx="6"/>
            </p:cNvCxnSpPr>
            <p:nvPr/>
          </p:nvCxnSpPr>
          <p:spPr>
            <a:xfrm rot="10800000">
              <a:off x="8255319" y="6653611"/>
              <a:ext cx="518400" cy="4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0" name="Google Shape;5510;g3af7659cfab_0_2149"/>
            <p:cNvCxnSpPr>
              <a:stCxn id="5483" idx="4"/>
            </p:cNvCxnSpPr>
            <p:nvPr/>
          </p:nvCxnSpPr>
          <p:spPr>
            <a:xfrm>
              <a:off x="8802219" y="6723211"/>
              <a:ext cx="68400" cy="16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1" name="Google Shape;5511;g3af7659cfab_0_2149"/>
            <p:cNvCxnSpPr>
              <a:stCxn id="5512" idx="3"/>
            </p:cNvCxnSpPr>
            <p:nvPr/>
          </p:nvCxnSpPr>
          <p:spPr>
            <a:xfrm flipH="1">
              <a:off x="9271110" y="6760482"/>
              <a:ext cx="70800" cy="92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3" name="Google Shape;5513;g3af7659cfab_0_2149"/>
            <p:cNvCxnSpPr>
              <a:stCxn id="5512" idx="2"/>
              <a:endCxn id="5483" idx="6"/>
            </p:cNvCxnSpPr>
            <p:nvPr/>
          </p:nvCxnSpPr>
          <p:spPr>
            <a:xfrm rot="10800000">
              <a:off x="8830789" y="6694853"/>
              <a:ext cx="498600" cy="35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4" name="Google Shape;5514;g3af7659cfab_0_2149"/>
            <p:cNvCxnSpPr>
              <a:stCxn id="5490" idx="4"/>
              <a:endCxn id="5512" idx="0"/>
            </p:cNvCxnSpPr>
            <p:nvPr/>
          </p:nvCxnSpPr>
          <p:spPr>
            <a:xfrm flipH="1">
              <a:off x="9372217" y="6313673"/>
              <a:ext cx="24300" cy="373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5" name="Google Shape;5515;g3af7659cfab_0_2149"/>
            <p:cNvCxnSpPr>
              <a:stCxn id="5516" idx="3"/>
              <a:endCxn id="5512" idx="7"/>
            </p:cNvCxnSpPr>
            <p:nvPr/>
          </p:nvCxnSpPr>
          <p:spPr>
            <a:xfrm flipH="1">
              <a:off x="9402382" y="6452002"/>
              <a:ext cx="600600" cy="248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7" name="Google Shape;5517;g3af7659cfab_0_2149"/>
            <p:cNvCxnSpPr>
              <a:stCxn id="5516" idx="2"/>
              <a:endCxn id="5490" idx="6"/>
            </p:cNvCxnSpPr>
            <p:nvPr/>
          </p:nvCxnSpPr>
          <p:spPr>
            <a:xfrm rot="10800000">
              <a:off x="9439414" y="6270787"/>
              <a:ext cx="557100" cy="149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8" name="Google Shape;5518;g3af7659cfab_0_2149"/>
            <p:cNvCxnSpPr>
              <a:stCxn id="5516" idx="1"/>
              <a:endCxn id="5488" idx="4"/>
            </p:cNvCxnSpPr>
            <p:nvPr/>
          </p:nvCxnSpPr>
          <p:spPr>
            <a:xfrm flipH="1" rot="10800000">
              <a:off x="10014649" y="5801005"/>
              <a:ext cx="210600" cy="591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9" name="Google Shape;5519;g3af7659cfab_0_2149"/>
            <p:cNvCxnSpPr>
              <a:stCxn id="5520" idx="1"/>
              <a:endCxn id="5488" idx="5"/>
            </p:cNvCxnSpPr>
            <p:nvPr/>
          </p:nvCxnSpPr>
          <p:spPr>
            <a:xfrm rot="10800000">
              <a:off x="10245346" y="5792637"/>
              <a:ext cx="447600" cy="648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21" name="Google Shape;5521;g3af7659cfab_0_2149"/>
            <p:cNvCxnSpPr>
              <a:stCxn id="5520" idx="0"/>
              <a:endCxn id="5522" idx="4"/>
            </p:cNvCxnSpPr>
            <p:nvPr/>
          </p:nvCxnSpPr>
          <p:spPr>
            <a:xfrm rot="10800000">
              <a:off x="10688849" y="6057741"/>
              <a:ext cx="22200" cy="371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23" name="Google Shape;5523;g3af7659cfab_0_2149"/>
            <p:cNvCxnSpPr>
              <a:stCxn id="5524" idx="0"/>
              <a:endCxn id="5525" idx="4"/>
            </p:cNvCxnSpPr>
            <p:nvPr/>
          </p:nvCxnSpPr>
          <p:spPr>
            <a:xfrm rot="10800000">
              <a:off x="11658034" y="5920207"/>
              <a:ext cx="90300" cy="513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26" name="Google Shape;5526;g3af7659cfab_0_2149"/>
            <p:cNvCxnSpPr>
              <a:endCxn id="5525" idx="5"/>
            </p:cNvCxnSpPr>
            <p:nvPr/>
          </p:nvCxnSpPr>
          <p:spPr>
            <a:xfrm rot="10800000">
              <a:off x="11688391" y="5907566"/>
              <a:ext cx="497400" cy="381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27" name="Google Shape;5527;g3af7659cfab_0_2149"/>
            <p:cNvCxnSpPr>
              <a:endCxn id="5524" idx="6"/>
            </p:cNvCxnSpPr>
            <p:nvPr/>
          </p:nvCxnSpPr>
          <p:spPr>
            <a:xfrm rot="10800000">
              <a:off x="11791084" y="6476257"/>
              <a:ext cx="402300" cy="160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28" name="Google Shape;5528;g3af7659cfab_0_2149"/>
            <p:cNvCxnSpPr>
              <a:endCxn id="5529" idx="6"/>
            </p:cNvCxnSpPr>
            <p:nvPr/>
          </p:nvCxnSpPr>
          <p:spPr>
            <a:xfrm flipH="1">
              <a:off x="11522738" y="6808992"/>
              <a:ext cx="648000" cy="64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0" name="Google Shape;5530;g3af7659cfab_0_2149"/>
            <p:cNvCxnSpPr>
              <a:stCxn id="5529" idx="3"/>
              <a:endCxn id="5531" idx="6"/>
            </p:cNvCxnSpPr>
            <p:nvPr/>
          </p:nvCxnSpPr>
          <p:spPr>
            <a:xfrm rot="10800000">
              <a:off x="10457985" y="6876545"/>
              <a:ext cx="1016100" cy="17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2" name="Google Shape;5532;g3af7659cfab_0_2149"/>
            <p:cNvCxnSpPr>
              <a:stCxn id="5529" idx="1"/>
              <a:endCxn id="5520" idx="5"/>
            </p:cNvCxnSpPr>
            <p:nvPr/>
          </p:nvCxnSpPr>
          <p:spPr>
            <a:xfrm rot="10800000">
              <a:off x="10740285" y="6472639"/>
              <a:ext cx="733800" cy="380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3" name="Google Shape;5533;g3af7659cfab_0_2149"/>
            <p:cNvCxnSpPr>
              <a:stCxn id="5524" idx="2"/>
              <a:endCxn id="5520" idx="6"/>
            </p:cNvCxnSpPr>
            <p:nvPr/>
          </p:nvCxnSpPr>
          <p:spPr>
            <a:xfrm rot="10800000">
              <a:off x="10744384" y="6451057"/>
              <a:ext cx="961200" cy="25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4" name="Google Shape;5534;g3af7659cfab_0_2149"/>
            <p:cNvCxnSpPr>
              <a:stCxn id="5525" idx="3"/>
              <a:endCxn id="5520" idx="7"/>
            </p:cNvCxnSpPr>
            <p:nvPr/>
          </p:nvCxnSpPr>
          <p:spPr>
            <a:xfrm flipH="1">
              <a:off x="10732433" y="5907566"/>
              <a:ext cx="895500" cy="525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5" name="Google Shape;5535;g3af7659cfab_0_2149"/>
            <p:cNvCxnSpPr>
              <a:stCxn id="5525" idx="2"/>
              <a:endCxn id="5522" idx="6"/>
            </p:cNvCxnSpPr>
            <p:nvPr/>
          </p:nvCxnSpPr>
          <p:spPr>
            <a:xfrm flipH="1">
              <a:off x="10721712" y="5877337"/>
              <a:ext cx="893700" cy="12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6" name="Google Shape;5536;g3af7659cfab_0_2149"/>
            <p:cNvCxnSpPr>
              <a:stCxn id="5522" idx="1"/>
              <a:endCxn id="5488" idx="6"/>
            </p:cNvCxnSpPr>
            <p:nvPr/>
          </p:nvCxnSpPr>
          <p:spPr>
            <a:xfrm rot="10800000">
              <a:off x="10253670" y="5772683"/>
              <a:ext cx="390000" cy="220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7" name="Google Shape;5537;g3af7659cfab_0_2149"/>
            <p:cNvCxnSpPr>
              <a:stCxn id="5520" idx="2"/>
              <a:endCxn id="5516" idx="6"/>
            </p:cNvCxnSpPr>
            <p:nvPr/>
          </p:nvCxnSpPr>
          <p:spPr>
            <a:xfrm rot="10800000">
              <a:off x="10080599" y="6436491"/>
              <a:ext cx="608100" cy="2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8" name="Google Shape;5538;g3af7659cfab_0_2149"/>
            <p:cNvCxnSpPr>
              <a:stCxn id="5531" idx="1"/>
              <a:endCxn id="5516" idx="5"/>
            </p:cNvCxnSpPr>
            <p:nvPr/>
          </p:nvCxnSpPr>
          <p:spPr>
            <a:xfrm rot="10800000">
              <a:off x="10062305" y="6463812"/>
              <a:ext cx="322800" cy="382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9" name="Google Shape;5539;g3af7659cfab_0_2149"/>
            <p:cNvCxnSpPr>
              <a:stCxn id="5516" idx="4"/>
            </p:cNvCxnSpPr>
            <p:nvPr/>
          </p:nvCxnSpPr>
          <p:spPr>
            <a:xfrm flipH="1">
              <a:off x="9833464" y="6470137"/>
              <a:ext cx="196800" cy="4014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0" name="Google Shape;5540;g3af7659cfab_0_2149"/>
            <p:cNvCxnSpPr>
              <a:stCxn id="5512" idx="5"/>
            </p:cNvCxnSpPr>
            <p:nvPr/>
          </p:nvCxnSpPr>
          <p:spPr>
            <a:xfrm>
              <a:off x="9402368" y="6760482"/>
              <a:ext cx="48300" cy="9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1" name="Google Shape;5541;g3af7659cfab_0_2149"/>
            <p:cNvCxnSpPr>
              <a:stCxn id="5531" idx="7"/>
              <a:endCxn id="5520" idx="3"/>
            </p:cNvCxnSpPr>
            <p:nvPr/>
          </p:nvCxnSpPr>
          <p:spPr>
            <a:xfrm flipH="1" rot="10800000">
              <a:off x="10445563" y="6480312"/>
              <a:ext cx="255300" cy="3660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2" name="Google Shape;5542;g3af7659cfab_0_2149"/>
            <p:cNvCxnSpPr>
              <a:stCxn id="5483" idx="7"/>
              <a:endCxn id="5490" idx="3"/>
            </p:cNvCxnSpPr>
            <p:nvPr/>
          </p:nvCxnSpPr>
          <p:spPr>
            <a:xfrm flipH="1" rot="10800000">
              <a:off x="8822372" y="6301058"/>
              <a:ext cx="543900" cy="37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3" name="Google Shape;5543;g3af7659cfab_0_2149"/>
            <p:cNvCxnSpPr>
              <a:stCxn id="5529" idx="7"/>
              <a:endCxn id="5524" idx="4"/>
            </p:cNvCxnSpPr>
            <p:nvPr/>
          </p:nvCxnSpPr>
          <p:spPr>
            <a:xfrm flipH="1" rot="10800000">
              <a:off x="11514391" y="6519139"/>
              <a:ext cx="234000" cy="334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62" name="Google Shape;5462;g3af7659cfab_0_2149"/>
            <p:cNvSpPr/>
            <p:nvPr/>
          </p:nvSpPr>
          <p:spPr>
            <a:xfrm rot="-1041241">
              <a:off x="7080073" y="5710780"/>
              <a:ext cx="85492" cy="8549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3" name="Google Shape;5493;g3af7659cfab_0_2149"/>
            <p:cNvSpPr/>
            <p:nvPr/>
          </p:nvSpPr>
          <p:spPr>
            <a:xfrm>
              <a:off x="6892082" y="6451512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1" name="Google Shape;5461;g3af7659cfab_0_2149"/>
            <p:cNvSpPr/>
            <p:nvPr/>
          </p:nvSpPr>
          <p:spPr>
            <a:xfrm>
              <a:off x="6374937" y="637803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7" name="Google Shape;5497;g3af7659cfab_0_2149"/>
            <p:cNvSpPr/>
            <p:nvPr/>
          </p:nvSpPr>
          <p:spPr>
            <a:xfrm>
              <a:off x="6567963" y="679990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8" name="Google Shape;5478;g3af7659cfab_0_2149"/>
            <p:cNvSpPr/>
            <p:nvPr/>
          </p:nvSpPr>
          <p:spPr>
            <a:xfrm>
              <a:off x="7247192" y="6815322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6" name="Google Shape;5466;g3af7659cfab_0_2149"/>
            <p:cNvSpPr/>
            <p:nvPr/>
          </p:nvSpPr>
          <p:spPr>
            <a:xfrm>
              <a:off x="7766240" y="6691467"/>
              <a:ext cx="90300" cy="90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1" name="Google Shape;5481;g3af7659cfab_0_2149"/>
            <p:cNvSpPr/>
            <p:nvPr/>
          </p:nvSpPr>
          <p:spPr>
            <a:xfrm>
              <a:off x="8198231" y="6624985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4" name="Google Shape;5474;g3af7659cfab_0_2149"/>
            <p:cNvSpPr/>
            <p:nvPr/>
          </p:nvSpPr>
          <p:spPr>
            <a:xfrm>
              <a:off x="8157443" y="6103719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5" name="Google Shape;5485;g3af7659cfab_0_2149"/>
            <p:cNvSpPr/>
            <p:nvPr/>
          </p:nvSpPr>
          <p:spPr>
            <a:xfrm>
              <a:off x="8870497" y="5928030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3" name="Google Shape;5483;g3af7659cfab_0_2149"/>
            <p:cNvSpPr/>
            <p:nvPr/>
          </p:nvSpPr>
          <p:spPr>
            <a:xfrm>
              <a:off x="8773719" y="6666211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2" name="Google Shape;5512;g3af7659cfab_0_2149"/>
            <p:cNvSpPr/>
            <p:nvPr/>
          </p:nvSpPr>
          <p:spPr>
            <a:xfrm>
              <a:off x="9329389" y="668750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1" name="Google Shape;5531;g3af7659cfab_0_2149"/>
            <p:cNvSpPr/>
            <p:nvPr/>
          </p:nvSpPr>
          <p:spPr>
            <a:xfrm>
              <a:off x="10372584" y="6833791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0" name="Google Shape;5520;g3af7659cfab_0_2149"/>
            <p:cNvSpPr/>
            <p:nvPr/>
          </p:nvSpPr>
          <p:spPr>
            <a:xfrm rot="-675041">
              <a:off x="10688152" y="6428295"/>
              <a:ext cx="56893" cy="5689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2" name="Google Shape;5522;g3af7659cfab_0_2149"/>
            <p:cNvSpPr/>
            <p:nvPr/>
          </p:nvSpPr>
          <p:spPr>
            <a:xfrm rot="-739978">
              <a:off x="10636894" y="5973167"/>
              <a:ext cx="85677" cy="8567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6" name="Google Shape;5516;g3af7659cfab_0_2149"/>
            <p:cNvSpPr/>
            <p:nvPr/>
          </p:nvSpPr>
          <p:spPr>
            <a:xfrm rot="666782">
              <a:off x="9995711" y="6385335"/>
              <a:ext cx="85605" cy="856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0" name="Google Shape;5490;g3af7659cfab_0_2149"/>
            <p:cNvSpPr/>
            <p:nvPr/>
          </p:nvSpPr>
          <p:spPr>
            <a:xfrm>
              <a:off x="9353767" y="6228173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8" name="Google Shape;5488;g3af7659cfab_0_2149"/>
            <p:cNvSpPr/>
            <p:nvPr/>
          </p:nvSpPr>
          <p:spPr>
            <a:xfrm>
              <a:off x="10196809" y="57441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5" name="Google Shape;5525;g3af7659cfab_0_2149"/>
            <p:cNvSpPr/>
            <p:nvPr/>
          </p:nvSpPr>
          <p:spPr>
            <a:xfrm>
              <a:off x="11615412" y="583458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4" name="Google Shape;5524;g3af7659cfab_0_2149"/>
            <p:cNvSpPr/>
            <p:nvPr/>
          </p:nvSpPr>
          <p:spPr>
            <a:xfrm>
              <a:off x="11705584" y="6433507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9" name="Google Shape;5529;g3af7659cfab_0_2149"/>
            <p:cNvSpPr/>
            <p:nvPr/>
          </p:nvSpPr>
          <p:spPr>
            <a:xfrm>
              <a:off x="11465738" y="684499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7" name="Google Shape;5467;g3af7659cfab_0_2149"/>
            <p:cNvSpPr/>
            <p:nvPr/>
          </p:nvSpPr>
          <p:spPr>
            <a:xfrm>
              <a:off x="7286294" y="6535504"/>
              <a:ext cx="85500" cy="85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0" name="Google Shape;5470;g3af7659cfab_0_2149"/>
            <p:cNvSpPr/>
            <p:nvPr/>
          </p:nvSpPr>
          <p:spPr>
            <a:xfrm>
              <a:off x="7728550" y="6251512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4" name="Google Shape;5464;g3af7659cfab_0_2149"/>
            <p:cNvSpPr/>
            <p:nvPr/>
          </p:nvSpPr>
          <p:spPr>
            <a:xfrm>
              <a:off x="7327837" y="6267416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44" name="Google Shape;5544;g3af7659cfab_0_2149"/>
            <p:cNvCxnSpPr>
              <a:stCxn id="5464" idx="2"/>
              <a:endCxn id="5493" idx="7"/>
            </p:cNvCxnSpPr>
            <p:nvPr/>
          </p:nvCxnSpPr>
          <p:spPr>
            <a:xfrm flipH="1">
              <a:off x="6969037" y="6295916"/>
              <a:ext cx="358800" cy="168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5" name="Google Shape;5545;g3af7659cfab_0_2149"/>
            <p:cNvCxnSpPr>
              <a:stCxn id="5461" idx="4"/>
              <a:endCxn id="5497" idx="1"/>
            </p:cNvCxnSpPr>
            <p:nvPr/>
          </p:nvCxnSpPr>
          <p:spPr>
            <a:xfrm>
              <a:off x="6417687" y="6463531"/>
              <a:ext cx="158700" cy="344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00" name="Google Shape;5500;g3af7659cfab_0_2149"/>
            <p:cNvSpPr/>
            <p:nvPr/>
          </p:nvSpPr>
          <p:spPr>
            <a:xfrm>
              <a:off x="6009136" y="6731144"/>
              <a:ext cx="57000" cy="57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46" name="Google Shape;5546;g3af7659cfab_0_2149"/>
            <p:cNvCxnSpPr>
              <a:stCxn id="5500" idx="3"/>
            </p:cNvCxnSpPr>
            <p:nvPr/>
          </p:nvCxnSpPr>
          <p:spPr>
            <a:xfrm flipH="1">
              <a:off x="5952083" y="6779797"/>
              <a:ext cx="65400" cy="9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7" name="Google Shape;5547;g3af7659cfab_0_2149"/>
            <p:cNvCxnSpPr>
              <a:stCxn id="5500" idx="2"/>
            </p:cNvCxnSpPr>
            <p:nvPr/>
          </p:nvCxnSpPr>
          <p:spPr>
            <a:xfrm flipH="1">
              <a:off x="5788036" y="6759644"/>
              <a:ext cx="221100" cy="1119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8" name="Google Shape;5548;g3af7659cfab_0_2149"/>
            <p:cNvCxnSpPr>
              <a:stCxn id="5500" idx="1"/>
            </p:cNvCxnSpPr>
            <p:nvPr/>
          </p:nvCxnSpPr>
          <p:spPr>
            <a:xfrm rot="10800000">
              <a:off x="5832383" y="6549891"/>
              <a:ext cx="185100" cy="189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9" name="Google Shape;5549;g3af7659cfab_0_2149"/>
            <p:cNvCxnSpPr>
              <a:stCxn id="5430" idx="5"/>
              <a:endCxn id="5461" idx="2"/>
            </p:cNvCxnSpPr>
            <p:nvPr/>
          </p:nvCxnSpPr>
          <p:spPr>
            <a:xfrm flipH="1" rot="10800000">
              <a:off x="5886957" y="6420686"/>
              <a:ext cx="488100" cy="85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50" name="Google Shape;5550;g3af7659cfab_0_2149"/>
            <p:cNvCxnSpPr>
              <a:endCxn id="5483" idx="3"/>
            </p:cNvCxnSpPr>
            <p:nvPr/>
          </p:nvCxnSpPr>
          <p:spPr>
            <a:xfrm flipH="1" rot="10800000">
              <a:off x="8629366" y="6714864"/>
              <a:ext cx="152700" cy="156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51" name="Google Shape;5551;g3af7659cfab_0_2149"/>
            <p:cNvCxnSpPr>
              <a:stCxn id="5461" idx="1"/>
              <a:endCxn id="5433" idx="4"/>
            </p:cNvCxnSpPr>
            <p:nvPr/>
          </p:nvCxnSpPr>
          <p:spPr>
            <a:xfrm rot="10800000">
              <a:off x="6271658" y="6106452"/>
              <a:ext cx="115800" cy="2841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33" name="Google Shape;5433;g3af7659cfab_0_2149"/>
            <p:cNvSpPr/>
            <p:nvPr/>
          </p:nvSpPr>
          <p:spPr>
            <a:xfrm rot="-1033406">
              <a:off x="6230948" y="6045036"/>
              <a:ext cx="62817" cy="62817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52" name="Google Shape;5552;g3af7659cfab_0_2149"/>
            <p:cNvCxnSpPr>
              <a:stCxn id="5433" idx="6"/>
              <a:endCxn id="5462" idx="1"/>
            </p:cNvCxnSpPr>
            <p:nvPr/>
          </p:nvCxnSpPr>
          <p:spPr>
            <a:xfrm flipH="1" rot="10800000">
              <a:off x="6292356" y="5733545"/>
              <a:ext cx="792600" cy="333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53" name="Google Shape;5553;g3af7659cfab_0_2149"/>
            <p:cNvCxnSpPr>
              <a:stCxn id="5430" idx="1"/>
              <a:endCxn id="5433" idx="2"/>
            </p:cNvCxnSpPr>
            <p:nvPr/>
          </p:nvCxnSpPr>
          <p:spPr>
            <a:xfrm flipH="1" rot="10800000">
              <a:off x="5826499" y="6085728"/>
              <a:ext cx="405900" cy="360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7" name="Shape 5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8" name="Google Shape;5558;g3af7659cfab_1_0"/>
          <p:cNvSpPr txBox="1"/>
          <p:nvPr/>
        </p:nvSpPr>
        <p:spPr>
          <a:xfrm>
            <a:off x="1940250" y="2704050"/>
            <a:ext cx="8311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!Gracias!</a:t>
            </a:r>
            <a:endParaRPr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¿Dudas?</a:t>
            </a:r>
            <a:endParaRPr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BUSINES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7C89"/>
      </a:accent1>
      <a:accent2>
        <a:srgbClr val="8CBABE"/>
      </a:accent2>
      <a:accent3>
        <a:srgbClr val="9CCCD2"/>
      </a:accent3>
      <a:accent4>
        <a:srgbClr val="507C89"/>
      </a:accent4>
      <a:accent5>
        <a:srgbClr val="8CBABE"/>
      </a:accent5>
      <a:accent6>
        <a:srgbClr val="9CCCD2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s Slide Master">
  <a:themeElements>
    <a:clrScheme name="ALLPPT-BUSINES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7C89"/>
      </a:accent1>
      <a:accent2>
        <a:srgbClr val="8CBABE"/>
      </a:accent2>
      <a:accent3>
        <a:srgbClr val="9CCCD2"/>
      </a:accent3>
      <a:accent4>
        <a:srgbClr val="507C89"/>
      </a:accent4>
      <a:accent5>
        <a:srgbClr val="8CBABE"/>
      </a:accent5>
      <a:accent6>
        <a:srgbClr val="9CCCD2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ection Break Slide Master">
  <a:themeElements>
    <a:clrScheme name="ALLPPT-BUSINES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7C89"/>
      </a:accent1>
      <a:accent2>
        <a:srgbClr val="8CBABE"/>
      </a:accent2>
      <a:accent3>
        <a:srgbClr val="9CCCD2"/>
      </a:accent3>
      <a:accent4>
        <a:srgbClr val="507C89"/>
      </a:accent4>
      <a:accent5>
        <a:srgbClr val="8CBABE"/>
      </a:accent5>
      <a:accent6>
        <a:srgbClr val="9CCCD2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2020-01-20T05:08:25Z</dcterms:created>
  <dc:creator>Allppt.com</dc:creator>
</cp:coreProperties>
</file>